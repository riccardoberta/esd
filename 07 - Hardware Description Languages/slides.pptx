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4"/>
  </p:sldMasterIdLst>
  <p:notesMasterIdLst>
    <p:notesMasterId r:id="rId49"/>
  </p:notesMasterIdLst>
  <p:sldIdLst>
    <p:sldId id="256" r:id="rId5"/>
    <p:sldId id="259" r:id="rId6"/>
    <p:sldId id="288" r:id="rId7"/>
    <p:sldId id="289" r:id="rId8"/>
    <p:sldId id="290" r:id="rId9"/>
    <p:sldId id="291" r:id="rId10"/>
    <p:sldId id="292" r:id="rId11"/>
    <p:sldId id="293" r:id="rId12"/>
    <p:sldId id="294" r:id="rId13"/>
    <p:sldId id="295" r:id="rId14"/>
    <p:sldId id="296" r:id="rId15"/>
    <p:sldId id="297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07" r:id="rId24"/>
    <p:sldId id="308" r:id="rId25"/>
    <p:sldId id="309" r:id="rId26"/>
    <p:sldId id="311" r:id="rId27"/>
    <p:sldId id="312" r:id="rId28"/>
    <p:sldId id="313" r:id="rId29"/>
    <p:sldId id="314" r:id="rId30"/>
    <p:sldId id="310" r:id="rId31"/>
    <p:sldId id="305" r:id="rId32"/>
    <p:sldId id="306" r:id="rId33"/>
    <p:sldId id="315" r:id="rId34"/>
    <p:sldId id="316" r:id="rId35"/>
    <p:sldId id="317" r:id="rId36"/>
    <p:sldId id="318" r:id="rId37"/>
    <p:sldId id="319" r:id="rId38"/>
    <p:sldId id="320" r:id="rId39"/>
    <p:sldId id="322" r:id="rId40"/>
    <p:sldId id="323" r:id="rId41"/>
    <p:sldId id="324" r:id="rId42"/>
    <p:sldId id="325" r:id="rId43"/>
    <p:sldId id="326" r:id="rId44"/>
    <p:sldId id="327" r:id="rId45"/>
    <p:sldId id="328" r:id="rId46"/>
    <p:sldId id="329" r:id="rId47"/>
    <p:sldId id="330" r:id="rId48"/>
  </p:sldIdLst>
  <p:sldSz cx="9144000" cy="6858000" type="screen4x3"/>
  <p:notesSz cx="6858000" cy="9144000"/>
  <p:embeddedFontLst>
    <p:embeddedFont>
      <p:font typeface="Economica" panose="02000506040000020004" pitchFamily="2" charset="77"/>
      <p:regular r:id="rId50"/>
      <p:bold r:id="rId51"/>
      <p:italic r:id="rId52"/>
      <p:boldItalic r:id="rId53"/>
    </p:embeddedFont>
    <p:embeddedFont>
      <p:font typeface="Open Sans" panose="020B0606030504020204" pitchFamily="34" charset="0"/>
      <p:regular r:id="rId54"/>
      <p:bold r:id="rId55"/>
      <p:italic r:id="rId56"/>
      <p:boldItalic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8554A9-6C9F-E14B-9DBB-4208B0A100EA}" v="268" dt="2025-11-04T15:58:37.1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6296"/>
    <p:restoredTop sz="92027"/>
  </p:normalViewPr>
  <p:slideViewPr>
    <p:cSldViewPr snapToGrid="0" snapToObjects="1">
      <p:cViewPr varScale="1">
        <p:scale>
          <a:sx n="75" d="100"/>
          <a:sy n="75" d="100"/>
        </p:scale>
        <p:origin x="160" y="161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font" Target="fonts/font1.fntdata"/><Relationship Id="rId55" Type="http://schemas.openxmlformats.org/officeDocument/2006/relationships/font" Target="fonts/font6.fntdata"/><Relationship Id="rId63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font" Target="fonts/font4.fntdata"/><Relationship Id="rId58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font" Target="fonts/font7.fntdata"/><Relationship Id="rId8" Type="http://schemas.openxmlformats.org/officeDocument/2006/relationships/slide" Target="slides/slide4.xml"/><Relationship Id="rId51" Type="http://schemas.openxmlformats.org/officeDocument/2006/relationships/font" Target="fonts/font2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font" Target="fonts/font5.fntdata"/><Relationship Id="rId62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notesMaster" Target="notesMasters/notesMaster1.xml"/><Relationship Id="rId57" Type="http://schemas.openxmlformats.org/officeDocument/2006/relationships/font" Target="fonts/font8.fntdata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font" Target="fonts/font3.fntdata"/><Relationship Id="rId6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FDDBFC5A-5EA9-5330-BEB8-433D7E3B4C4E}"/>
    <pc:docChg chg="undo redo custSel addSld delSld modSld">
      <pc:chgData name="Riccardo Berta" userId="c8694f89-bba4-4576-b0a8-456619ca5a8c" providerId="ADAL" clId="{FDDBFC5A-5EA9-5330-BEB8-433D7E3B4C4E}" dt="2025-11-04T15:58:42.661" v="9111" actId="1076"/>
      <pc:docMkLst>
        <pc:docMk/>
      </pc:docMkLst>
      <pc:sldChg chg="modSp mod">
        <pc:chgData name="Riccardo Berta" userId="c8694f89-bba4-4576-b0a8-456619ca5a8c" providerId="ADAL" clId="{FDDBFC5A-5EA9-5330-BEB8-433D7E3B4C4E}" dt="2025-11-04T10:36:13.409" v="4548" actId="790"/>
        <pc:sldMkLst>
          <pc:docMk/>
          <pc:sldMk cId="0" sldId="256"/>
        </pc:sldMkLst>
        <pc:spChg chg="mod">
          <ac:chgData name="Riccardo Berta" userId="c8694f89-bba4-4576-b0a8-456619ca5a8c" providerId="ADAL" clId="{FDDBFC5A-5EA9-5330-BEB8-433D7E3B4C4E}" dt="2025-11-04T10:36:13.409" v="4548" actId="790"/>
          <ac:spMkLst>
            <pc:docMk/>
            <pc:sldMk cId="0" sldId="256"/>
            <ac:spMk id="62" creationId="{00000000-0000-0000-0000-000000000000}"/>
          </ac:spMkLst>
        </pc:spChg>
      </pc:sldChg>
      <pc:sldChg chg="modSp mod modNotes">
        <pc:chgData name="Riccardo Berta" userId="c8694f89-bba4-4576-b0a8-456619ca5a8c" providerId="ADAL" clId="{FDDBFC5A-5EA9-5330-BEB8-433D7E3B4C4E}" dt="2025-11-04T15:58:42.661" v="9111" actId="1076"/>
        <pc:sldMkLst>
          <pc:docMk/>
          <pc:sldMk cId="3018556184" sldId="259"/>
        </pc:sldMkLst>
        <pc:spChg chg="mod">
          <ac:chgData name="Riccardo Berta" userId="c8694f89-bba4-4576-b0a8-456619ca5a8c" providerId="ADAL" clId="{FDDBFC5A-5EA9-5330-BEB8-433D7E3B4C4E}" dt="2025-11-04T15:58:42.661" v="9111" actId="1076"/>
          <ac:spMkLst>
            <pc:docMk/>
            <pc:sldMk cId="3018556184" sldId="259"/>
            <ac:spMk id="3" creationId="{38BFAA1C-1163-169B-2D77-6FEF73CC8512}"/>
          </ac:spMkLst>
        </pc:spChg>
      </pc:sldChg>
      <pc:sldChg chg="delSp modSp mod">
        <pc:chgData name="Riccardo Berta" userId="c8694f89-bba4-4576-b0a8-456619ca5a8c" providerId="ADAL" clId="{FDDBFC5A-5EA9-5330-BEB8-433D7E3B4C4E}" dt="2025-11-04T12:25:22.920" v="5066" actId="404"/>
        <pc:sldMkLst>
          <pc:docMk/>
          <pc:sldMk cId="4085101344" sldId="288"/>
        </pc:sldMkLst>
        <pc:spChg chg="mod">
          <ac:chgData name="Riccardo Berta" userId="c8694f89-bba4-4576-b0a8-456619ca5a8c" providerId="ADAL" clId="{FDDBFC5A-5EA9-5330-BEB8-433D7E3B4C4E}" dt="2025-11-04T12:25:10.155" v="5061" actId="790"/>
          <ac:spMkLst>
            <pc:docMk/>
            <pc:sldMk cId="4085101344" sldId="288"/>
            <ac:spMk id="83" creationId="{00000000-0000-0000-0000-000000000000}"/>
          </ac:spMkLst>
        </pc:spChg>
        <pc:spChg chg="mod">
          <ac:chgData name="Riccardo Berta" userId="c8694f89-bba4-4576-b0a8-456619ca5a8c" providerId="ADAL" clId="{FDDBFC5A-5EA9-5330-BEB8-433D7E3B4C4E}" dt="2025-11-04T12:25:22.920" v="5066" actId="404"/>
          <ac:spMkLst>
            <pc:docMk/>
            <pc:sldMk cId="4085101344" sldId="288"/>
            <ac:spMk id="84" creationId="{00000000-0000-0000-0000-000000000000}"/>
          </ac:spMkLst>
        </pc:spChg>
      </pc:sldChg>
      <pc:sldChg chg="modSp add mod">
        <pc:chgData name="Riccardo Berta" userId="c8694f89-bba4-4576-b0a8-456619ca5a8c" providerId="ADAL" clId="{FDDBFC5A-5EA9-5330-BEB8-433D7E3B4C4E}" dt="2025-11-04T09:03:12.895" v="3052" actId="20577"/>
        <pc:sldMkLst>
          <pc:docMk/>
          <pc:sldMk cId="1225204422" sldId="289"/>
        </pc:sldMkLst>
        <pc:spChg chg="mod">
          <ac:chgData name="Riccardo Berta" userId="c8694f89-bba4-4576-b0a8-456619ca5a8c" providerId="ADAL" clId="{FDDBFC5A-5EA9-5330-BEB8-433D7E3B4C4E}" dt="2025-11-04T09:01:05.936" v="2998"/>
          <ac:spMkLst>
            <pc:docMk/>
            <pc:sldMk cId="1225204422" sldId="289"/>
            <ac:spMk id="2" creationId="{BC6DA01F-9611-9D49-F577-B551F33D9497}"/>
          </ac:spMkLst>
        </pc:spChg>
        <pc:spChg chg="mod">
          <ac:chgData name="Riccardo Berta" userId="c8694f89-bba4-4576-b0a8-456619ca5a8c" providerId="ADAL" clId="{FDDBFC5A-5EA9-5330-BEB8-433D7E3B4C4E}" dt="2025-11-04T09:03:12.895" v="3052" actId="20577"/>
          <ac:spMkLst>
            <pc:docMk/>
            <pc:sldMk cId="1225204422" sldId="289"/>
            <ac:spMk id="3" creationId="{21F15599-3730-447A-1B5A-1BA18898ADFA}"/>
          </ac:spMkLst>
        </pc:spChg>
      </pc:sldChg>
      <pc:sldChg chg="addSp modSp add mod">
        <pc:chgData name="Riccardo Berta" userId="c8694f89-bba4-4576-b0a8-456619ca5a8c" providerId="ADAL" clId="{FDDBFC5A-5EA9-5330-BEB8-433D7E3B4C4E}" dt="2025-11-04T09:11:32.396" v="3320" actId="1076"/>
        <pc:sldMkLst>
          <pc:docMk/>
          <pc:sldMk cId="1418674229" sldId="290"/>
        </pc:sldMkLst>
        <pc:spChg chg="mod">
          <ac:chgData name="Riccardo Berta" userId="c8694f89-bba4-4576-b0a8-456619ca5a8c" providerId="ADAL" clId="{FDDBFC5A-5EA9-5330-BEB8-433D7E3B4C4E}" dt="2025-11-04T09:04:14.429" v="3082" actId="20577"/>
          <ac:spMkLst>
            <pc:docMk/>
            <pc:sldMk cId="1418674229" sldId="290"/>
            <ac:spMk id="2" creationId="{17A06602-A729-CC1C-0AE9-75E9654253E9}"/>
          </ac:spMkLst>
        </pc:spChg>
        <pc:spChg chg="mod">
          <ac:chgData name="Riccardo Berta" userId="c8694f89-bba4-4576-b0a8-456619ca5a8c" providerId="ADAL" clId="{FDDBFC5A-5EA9-5330-BEB8-433D7E3B4C4E}" dt="2025-11-04T09:11:32.396" v="3320" actId="1076"/>
          <ac:spMkLst>
            <pc:docMk/>
            <pc:sldMk cId="1418674229" sldId="290"/>
            <ac:spMk id="3" creationId="{59C7042C-2258-FE34-8898-26C890B9B5E3}"/>
          </ac:spMkLst>
        </pc:spChg>
        <pc:spChg chg="add">
          <ac:chgData name="Riccardo Berta" userId="c8694f89-bba4-4576-b0a8-456619ca5a8c" providerId="ADAL" clId="{FDDBFC5A-5EA9-5330-BEB8-433D7E3B4C4E}" dt="2025-11-04T09:04:23.579" v="3083"/>
          <ac:spMkLst>
            <pc:docMk/>
            <pc:sldMk cId="1418674229" sldId="290"/>
            <ac:spMk id="4" creationId="{08BAF24A-4C36-FF48-318F-FAA054C97E6D}"/>
          </ac:spMkLst>
        </pc:spChg>
        <pc:spChg chg="add">
          <ac:chgData name="Riccardo Berta" userId="c8694f89-bba4-4576-b0a8-456619ca5a8c" providerId="ADAL" clId="{FDDBFC5A-5EA9-5330-BEB8-433D7E3B4C4E}" dt="2025-11-04T09:04:23.579" v="3083"/>
          <ac:spMkLst>
            <pc:docMk/>
            <pc:sldMk cId="1418674229" sldId="290"/>
            <ac:spMk id="5" creationId="{908C57D3-AB2F-51D8-8C9D-B8090CAA3934}"/>
          </ac:spMkLst>
        </pc:spChg>
        <pc:spChg chg="add">
          <ac:chgData name="Riccardo Berta" userId="c8694f89-bba4-4576-b0a8-456619ca5a8c" providerId="ADAL" clId="{FDDBFC5A-5EA9-5330-BEB8-433D7E3B4C4E}" dt="2025-11-04T09:04:23.579" v="3083"/>
          <ac:spMkLst>
            <pc:docMk/>
            <pc:sldMk cId="1418674229" sldId="290"/>
            <ac:spMk id="6" creationId="{692D1E96-E3E6-C584-8180-5AA90A750903}"/>
          </ac:spMkLst>
        </pc:spChg>
        <pc:spChg chg="add">
          <ac:chgData name="Riccardo Berta" userId="c8694f89-bba4-4576-b0a8-456619ca5a8c" providerId="ADAL" clId="{FDDBFC5A-5EA9-5330-BEB8-433D7E3B4C4E}" dt="2025-11-04T09:04:23.579" v="3083"/>
          <ac:spMkLst>
            <pc:docMk/>
            <pc:sldMk cId="1418674229" sldId="290"/>
            <ac:spMk id="7" creationId="{2AAB52F2-7533-3DC5-FF58-D8D138CDB996}"/>
          </ac:spMkLst>
        </pc:spChg>
        <pc:spChg chg="add">
          <ac:chgData name="Riccardo Berta" userId="c8694f89-bba4-4576-b0a8-456619ca5a8c" providerId="ADAL" clId="{FDDBFC5A-5EA9-5330-BEB8-433D7E3B4C4E}" dt="2025-11-04T09:04:23.579" v="3083"/>
          <ac:spMkLst>
            <pc:docMk/>
            <pc:sldMk cId="1418674229" sldId="290"/>
            <ac:spMk id="8" creationId="{FF2F6E1D-365E-5D47-1A71-4130ECB1A8B6}"/>
          </ac:spMkLst>
        </pc:spChg>
        <pc:spChg chg="add">
          <ac:chgData name="Riccardo Berta" userId="c8694f89-bba4-4576-b0a8-456619ca5a8c" providerId="ADAL" clId="{FDDBFC5A-5EA9-5330-BEB8-433D7E3B4C4E}" dt="2025-11-04T09:04:23.579" v="3083"/>
          <ac:spMkLst>
            <pc:docMk/>
            <pc:sldMk cId="1418674229" sldId="290"/>
            <ac:spMk id="9" creationId="{8D546ADC-86EE-66E2-485A-F2ECE51FAE83}"/>
          </ac:spMkLst>
        </pc:spChg>
        <pc:spChg chg="add">
          <ac:chgData name="Riccardo Berta" userId="c8694f89-bba4-4576-b0a8-456619ca5a8c" providerId="ADAL" clId="{FDDBFC5A-5EA9-5330-BEB8-433D7E3B4C4E}" dt="2025-11-04T09:04:29.095" v="3084"/>
          <ac:spMkLst>
            <pc:docMk/>
            <pc:sldMk cId="1418674229" sldId="290"/>
            <ac:spMk id="10" creationId="{644CBF4B-54D2-C7BF-1BB7-FED7E1910B06}"/>
          </ac:spMkLst>
        </pc:spChg>
        <pc:spChg chg="add">
          <ac:chgData name="Riccardo Berta" userId="c8694f89-bba4-4576-b0a8-456619ca5a8c" providerId="ADAL" clId="{FDDBFC5A-5EA9-5330-BEB8-433D7E3B4C4E}" dt="2025-11-04T09:04:29.095" v="3084"/>
          <ac:spMkLst>
            <pc:docMk/>
            <pc:sldMk cId="1418674229" sldId="290"/>
            <ac:spMk id="11" creationId="{F99C83A3-70AE-6275-6779-DCC167FB92A5}"/>
          </ac:spMkLst>
        </pc:spChg>
        <pc:spChg chg="add">
          <ac:chgData name="Riccardo Berta" userId="c8694f89-bba4-4576-b0a8-456619ca5a8c" providerId="ADAL" clId="{FDDBFC5A-5EA9-5330-BEB8-433D7E3B4C4E}" dt="2025-11-04T09:04:29.095" v="3084"/>
          <ac:spMkLst>
            <pc:docMk/>
            <pc:sldMk cId="1418674229" sldId="290"/>
            <ac:spMk id="12" creationId="{30D75FC8-2738-A2CF-3B5B-A23F9A17E3B6}"/>
          </ac:spMkLst>
        </pc:spChg>
        <pc:spChg chg="add">
          <ac:chgData name="Riccardo Berta" userId="c8694f89-bba4-4576-b0a8-456619ca5a8c" providerId="ADAL" clId="{FDDBFC5A-5EA9-5330-BEB8-433D7E3B4C4E}" dt="2025-11-04T09:04:29.095" v="3084"/>
          <ac:spMkLst>
            <pc:docMk/>
            <pc:sldMk cId="1418674229" sldId="290"/>
            <ac:spMk id="13" creationId="{EF1C2F4E-4E2E-7D96-59AA-8912D8872257}"/>
          </ac:spMkLst>
        </pc:spChg>
        <pc:spChg chg="add">
          <ac:chgData name="Riccardo Berta" userId="c8694f89-bba4-4576-b0a8-456619ca5a8c" providerId="ADAL" clId="{FDDBFC5A-5EA9-5330-BEB8-433D7E3B4C4E}" dt="2025-11-04T09:04:29.095" v="3084"/>
          <ac:spMkLst>
            <pc:docMk/>
            <pc:sldMk cId="1418674229" sldId="290"/>
            <ac:spMk id="14" creationId="{EAE6F8AC-AC31-EBD5-4E67-66C7AB56A14E}"/>
          </ac:spMkLst>
        </pc:spChg>
        <pc:spChg chg="add">
          <ac:chgData name="Riccardo Berta" userId="c8694f89-bba4-4576-b0a8-456619ca5a8c" providerId="ADAL" clId="{FDDBFC5A-5EA9-5330-BEB8-433D7E3B4C4E}" dt="2025-11-04T09:04:29.095" v="3084"/>
          <ac:spMkLst>
            <pc:docMk/>
            <pc:sldMk cId="1418674229" sldId="290"/>
            <ac:spMk id="15" creationId="{D0EE59DC-4105-05DF-225D-6530C78EFD3B}"/>
          </ac:spMkLst>
        </pc:spChg>
        <pc:picChg chg="add mod">
          <ac:chgData name="Riccardo Berta" userId="c8694f89-bba4-4576-b0a8-456619ca5a8c" providerId="ADAL" clId="{FDDBFC5A-5EA9-5330-BEB8-433D7E3B4C4E}" dt="2025-11-04T09:11:32.396" v="3320" actId="1076"/>
          <ac:picMkLst>
            <pc:docMk/>
            <pc:sldMk cId="1418674229" sldId="290"/>
            <ac:picMk id="17" creationId="{9C84605D-8372-EA1F-A21B-A583EBF8924B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09:22:28.330" v="3532" actId="313"/>
        <pc:sldMkLst>
          <pc:docMk/>
          <pc:sldMk cId="121336190" sldId="291"/>
        </pc:sldMkLst>
        <pc:spChg chg="mod">
          <ac:chgData name="Riccardo Berta" userId="c8694f89-bba4-4576-b0a8-456619ca5a8c" providerId="ADAL" clId="{FDDBFC5A-5EA9-5330-BEB8-433D7E3B4C4E}" dt="2025-11-04T09:11:47.853" v="3343" actId="20577"/>
          <ac:spMkLst>
            <pc:docMk/>
            <pc:sldMk cId="121336190" sldId="291"/>
            <ac:spMk id="2" creationId="{DE3FB77A-AD05-E448-46BF-970D02E2A8BA}"/>
          </ac:spMkLst>
        </pc:spChg>
        <pc:spChg chg="mod">
          <ac:chgData name="Riccardo Berta" userId="c8694f89-bba4-4576-b0a8-456619ca5a8c" providerId="ADAL" clId="{FDDBFC5A-5EA9-5330-BEB8-433D7E3B4C4E}" dt="2025-11-04T09:22:28.330" v="3532" actId="313"/>
          <ac:spMkLst>
            <pc:docMk/>
            <pc:sldMk cId="121336190" sldId="291"/>
            <ac:spMk id="3" creationId="{6B030216-BC27-151B-B8EE-207D665D8720}"/>
          </ac:spMkLst>
        </pc:spChg>
        <pc:picChg chg="add mod">
          <ac:chgData name="Riccardo Berta" userId="c8694f89-bba4-4576-b0a8-456619ca5a8c" providerId="ADAL" clId="{FDDBFC5A-5EA9-5330-BEB8-433D7E3B4C4E}" dt="2025-11-04T09:21:45.834" v="3497" actId="1076"/>
          <ac:picMkLst>
            <pc:docMk/>
            <pc:sldMk cId="121336190" sldId="291"/>
            <ac:picMk id="5" creationId="{1EDD68EC-6B48-A0BC-9628-F93AF7E66A8A}"/>
          </ac:picMkLst>
        </pc:picChg>
      </pc:sldChg>
      <pc:sldChg chg="modSp add mod">
        <pc:chgData name="Riccardo Berta" userId="c8694f89-bba4-4576-b0a8-456619ca5a8c" providerId="ADAL" clId="{FDDBFC5A-5EA9-5330-BEB8-433D7E3B4C4E}" dt="2025-11-04T09:36:37.957" v="3627" actId="1076"/>
        <pc:sldMkLst>
          <pc:docMk/>
          <pc:sldMk cId="3598741194" sldId="292"/>
        </pc:sldMkLst>
        <pc:spChg chg="mod">
          <ac:chgData name="Riccardo Berta" userId="c8694f89-bba4-4576-b0a8-456619ca5a8c" providerId="ADAL" clId="{FDDBFC5A-5EA9-5330-BEB8-433D7E3B4C4E}" dt="2025-11-04T09:22:24.715" v="3531" actId="313"/>
          <ac:spMkLst>
            <pc:docMk/>
            <pc:sldMk cId="3598741194" sldId="292"/>
            <ac:spMk id="2" creationId="{81969312-6E5B-6E1D-D11E-5E5CD714BED1}"/>
          </ac:spMkLst>
        </pc:spChg>
        <pc:spChg chg="mod">
          <ac:chgData name="Riccardo Berta" userId="c8694f89-bba4-4576-b0a8-456619ca5a8c" providerId="ADAL" clId="{FDDBFC5A-5EA9-5330-BEB8-433D7E3B4C4E}" dt="2025-11-04T09:36:37.957" v="3627" actId="1076"/>
          <ac:spMkLst>
            <pc:docMk/>
            <pc:sldMk cId="3598741194" sldId="292"/>
            <ac:spMk id="3" creationId="{CC7D6172-2405-4356-A630-48A3FEE3F113}"/>
          </ac:spMkLst>
        </pc:spChg>
      </pc:sldChg>
      <pc:sldChg chg="addSp modSp add mod">
        <pc:chgData name="Riccardo Berta" userId="c8694f89-bba4-4576-b0a8-456619ca5a8c" providerId="ADAL" clId="{FDDBFC5A-5EA9-5330-BEB8-433D7E3B4C4E}" dt="2025-11-04T10:00:46.308" v="3865" actId="1076"/>
        <pc:sldMkLst>
          <pc:docMk/>
          <pc:sldMk cId="3072664603" sldId="293"/>
        </pc:sldMkLst>
        <pc:spChg chg="mod">
          <ac:chgData name="Riccardo Berta" userId="c8694f89-bba4-4576-b0a8-456619ca5a8c" providerId="ADAL" clId="{FDDBFC5A-5EA9-5330-BEB8-433D7E3B4C4E}" dt="2025-11-04T09:36:50.738" v="3640" actId="20577"/>
          <ac:spMkLst>
            <pc:docMk/>
            <pc:sldMk cId="3072664603" sldId="293"/>
            <ac:spMk id="2" creationId="{4140F22D-4287-F1CA-2644-DA696BFF6839}"/>
          </ac:spMkLst>
        </pc:spChg>
        <pc:spChg chg="mod">
          <ac:chgData name="Riccardo Berta" userId="c8694f89-bba4-4576-b0a8-456619ca5a8c" providerId="ADAL" clId="{FDDBFC5A-5EA9-5330-BEB8-433D7E3B4C4E}" dt="2025-11-04T10:00:44.031" v="3864" actId="14100"/>
          <ac:spMkLst>
            <pc:docMk/>
            <pc:sldMk cId="3072664603" sldId="293"/>
            <ac:spMk id="3" creationId="{C9607F1E-AC65-A95D-ADDC-E48A8F8E22E3}"/>
          </ac:spMkLst>
        </pc:spChg>
        <pc:spChg chg="add">
          <ac:chgData name="Riccardo Berta" userId="c8694f89-bba4-4576-b0a8-456619ca5a8c" providerId="ADAL" clId="{FDDBFC5A-5EA9-5330-BEB8-433D7E3B4C4E}" dt="2025-11-04T09:52:21.252" v="3641"/>
          <ac:spMkLst>
            <pc:docMk/>
            <pc:sldMk cId="3072664603" sldId="293"/>
            <ac:spMk id="4" creationId="{6F82348C-6033-07FA-001E-13CBC1B39EE6}"/>
          </ac:spMkLst>
        </pc:spChg>
        <pc:spChg chg="add">
          <ac:chgData name="Riccardo Berta" userId="c8694f89-bba4-4576-b0a8-456619ca5a8c" providerId="ADAL" clId="{FDDBFC5A-5EA9-5330-BEB8-433D7E3B4C4E}" dt="2025-11-04T09:52:21.252" v="3641"/>
          <ac:spMkLst>
            <pc:docMk/>
            <pc:sldMk cId="3072664603" sldId="293"/>
            <ac:spMk id="5" creationId="{30B78E17-055A-4950-3FD0-B8C32069C47E}"/>
          </ac:spMkLst>
        </pc:spChg>
        <pc:spChg chg="add">
          <ac:chgData name="Riccardo Berta" userId="c8694f89-bba4-4576-b0a8-456619ca5a8c" providerId="ADAL" clId="{FDDBFC5A-5EA9-5330-BEB8-433D7E3B4C4E}" dt="2025-11-04T09:52:21.252" v="3641"/>
          <ac:spMkLst>
            <pc:docMk/>
            <pc:sldMk cId="3072664603" sldId="293"/>
            <ac:spMk id="6" creationId="{B6F5ADD2-8B25-5E24-1016-44EDD3599EA1}"/>
          </ac:spMkLst>
        </pc:spChg>
        <pc:spChg chg="add">
          <ac:chgData name="Riccardo Berta" userId="c8694f89-bba4-4576-b0a8-456619ca5a8c" providerId="ADAL" clId="{FDDBFC5A-5EA9-5330-BEB8-433D7E3B4C4E}" dt="2025-11-04T09:52:21.252" v="3641"/>
          <ac:spMkLst>
            <pc:docMk/>
            <pc:sldMk cId="3072664603" sldId="293"/>
            <ac:spMk id="7" creationId="{9DF27E29-6A9A-599E-541A-BE7AB8483E95}"/>
          </ac:spMkLst>
        </pc:spChg>
        <pc:spChg chg="add">
          <ac:chgData name="Riccardo Berta" userId="c8694f89-bba4-4576-b0a8-456619ca5a8c" providerId="ADAL" clId="{FDDBFC5A-5EA9-5330-BEB8-433D7E3B4C4E}" dt="2025-11-04T09:52:21.252" v="3641"/>
          <ac:spMkLst>
            <pc:docMk/>
            <pc:sldMk cId="3072664603" sldId="293"/>
            <ac:spMk id="8" creationId="{B0E16C88-686F-A124-A6BD-DF4981D504CE}"/>
          </ac:spMkLst>
        </pc:spChg>
        <pc:spChg chg="add">
          <ac:chgData name="Riccardo Berta" userId="c8694f89-bba4-4576-b0a8-456619ca5a8c" providerId="ADAL" clId="{FDDBFC5A-5EA9-5330-BEB8-433D7E3B4C4E}" dt="2025-11-04T09:52:21.252" v="3641"/>
          <ac:spMkLst>
            <pc:docMk/>
            <pc:sldMk cId="3072664603" sldId="293"/>
            <ac:spMk id="10" creationId="{68DBB47A-7036-6FCF-EA3E-2D141FAF7222}"/>
          </ac:spMkLst>
        </pc:spChg>
        <pc:spChg chg="add">
          <ac:chgData name="Riccardo Berta" userId="c8694f89-bba4-4576-b0a8-456619ca5a8c" providerId="ADAL" clId="{FDDBFC5A-5EA9-5330-BEB8-433D7E3B4C4E}" dt="2025-11-04T09:52:21.252" v="3641"/>
          <ac:spMkLst>
            <pc:docMk/>
            <pc:sldMk cId="3072664603" sldId="293"/>
            <ac:spMk id="12" creationId="{CB42BCDA-DC4D-B7D3-6654-41F075874F75}"/>
          </ac:spMkLst>
        </pc:spChg>
        <pc:spChg chg="add">
          <ac:chgData name="Riccardo Berta" userId="c8694f89-bba4-4576-b0a8-456619ca5a8c" providerId="ADAL" clId="{FDDBFC5A-5EA9-5330-BEB8-433D7E3B4C4E}" dt="2025-11-04T09:52:21.252" v="3641"/>
          <ac:spMkLst>
            <pc:docMk/>
            <pc:sldMk cId="3072664603" sldId="293"/>
            <ac:spMk id="13" creationId="{8051806E-1EDF-9F22-EE0F-A382023B2D82}"/>
          </ac:spMkLst>
        </pc:spChg>
        <pc:spChg chg="add">
          <ac:chgData name="Riccardo Berta" userId="c8694f89-bba4-4576-b0a8-456619ca5a8c" providerId="ADAL" clId="{FDDBFC5A-5EA9-5330-BEB8-433D7E3B4C4E}" dt="2025-11-04T09:52:21.252" v="3641"/>
          <ac:spMkLst>
            <pc:docMk/>
            <pc:sldMk cId="3072664603" sldId="293"/>
            <ac:spMk id="14" creationId="{01CC6077-F407-EC2F-00B9-A650B2A6D5A3}"/>
          </ac:spMkLst>
        </pc:spChg>
        <pc:spChg chg="add">
          <ac:chgData name="Riccardo Berta" userId="c8694f89-bba4-4576-b0a8-456619ca5a8c" providerId="ADAL" clId="{FDDBFC5A-5EA9-5330-BEB8-433D7E3B4C4E}" dt="2025-11-04T09:52:21.252" v="3641"/>
          <ac:spMkLst>
            <pc:docMk/>
            <pc:sldMk cId="3072664603" sldId="293"/>
            <ac:spMk id="15" creationId="{10767FB5-DA95-7875-B623-AFF9ECC4490F}"/>
          </ac:spMkLst>
        </pc:spChg>
        <pc:picChg chg="add mod">
          <ac:chgData name="Riccardo Berta" userId="c8694f89-bba4-4576-b0a8-456619ca5a8c" providerId="ADAL" clId="{FDDBFC5A-5EA9-5330-BEB8-433D7E3B4C4E}" dt="2025-11-04T10:00:46.308" v="3865" actId="1076"/>
          <ac:picMkLst>
            <pc:docMk/>
            <pc:sldMk cId="3072664603" sldId="293"/>
            <ac:picMk id="17" creationId="{BE28E5A1-8F9A-FBD9-2A76-1FEFCFDF7FD1}"/>
          </ac:picMkLst>
        </pc:picChg>
      </pc:sldChg>
      <pc:sldChg chg="modSp add mod">
        <pc:chgData name="Riccardo Berta" userId="c8694f89-bba4-4576-b0a8-456619ca5a8c" providerId="ADAL" clId="{FDDBFC5A-5EA9-5330-BEB8-433D7E3B4C4E}" dt="2025-11-04T10:04:26.598" v="3947" actId="14100"/>
        <pc:sldMkLst>
          <pc:docMk/>
          <pc:sldMk cId="385156307" sldId="294"/>
        </pc:sldMkLst>
        <pc:spChg chg="mod">
          <ac:chgData name="Riccardo Berta" userId="c8694f89-bba4-4576-b0a8-456619ca5a8c" providerId="ADAL" clId="{FDDBFC5A-5EA9-5330-BEB8-433D7E3B4C4E}" dt="2025-11-04T10:01:10.973" v="3870" actId="20577"/>
          <ac:spMkLst>
            <pc:docMk/>
            <pc:sldMk cId="385156307" sldId="294"/>
            <ac:spMk id="2" creationId="{2F49FAF9-06EA-9456-9E98-CA70A4A50D01}"/>
          </ac:spMkLst>
        </pc:spChg>
        <pc:spChg chg="mod">
          <ac:chgData name="Riccardo Berta" userId="c8694f89-bba4-4576-b0a8-456619ca5a8c" providerId="ADAL" clId="{FDDBFC5A-5EA9-5330-BEB8-433D7E3B4C4E}" dt="2025-11-04T10:04:26.598" v="3947" actId="14100"/>
          <ac:spMkLst>
            <pc:docMk/>
            <pc:sldMk cId="385156307" sldId="294"/>
            <ac:spMk id="3" creationId="{3C67BFDC-05EC-4EAE-BF73-9131A6166241}"/>
          </ac:spMkLst>
        </pc:spChg>
      </pc:sldChg>
      <pc:sldChg chg="addSp modSp add mod">
        <pc:chgData name="Riccardo Berta" userId="c8694f89-bba4-4576-b0a8-456619ca5a8c" providerId="ADAL" clId="{FDDBFC5A-5EA9-5330-BEB8-433D7E3B4C4E}" dt="2025-11-04T10:10:26.374" v="4070" actId="20577"/>
        <pc:sldMkLst>
          <pc:docMk/>
          <pc:sldMk cId="2278532084" sldId="295"/>
        </pc:sldMkLst>
        <pc:spChg chg="mod">
          <ac:chgData name="Riccardo Berta" userId="c8694f89-bba4-4576-b0a8-456619ca5a8c" providerId="ADAL" clId="{FDDBFC5A-5EA9-5330-BEB8-433D7E3B4C4E}" dt="2025-11-04T10:10:26.374" v="4070" actId="20577"/>
          <ac:spMkLst>
            <pc:docMk/>
            <pc:sldMk cId="2278532084" sldId="295"/>
            <ac:spMk id="2" creationId="{D5288532-37AF-92B7-BB56-454A338744BE}"/>
          </ac:spMkLst>
        </pc:spChg>
        <pc:spChg chg="mod">
          <ac:chgData name="Riccardo Berta" userId="c8694f89-bba4-4576-b0a8-456619ca5a8c" providerId="ADAL" clId="{FDDBFC5A-5EA9-5330-BEB8-433D7E3B4C4E}" dt="2025-11-04T10:09:59.006" v="4062" actId="403"/>
          <ac:spMkLst>
            <pc:docMk/>
            <pc:sldMk cId="2278532084" sldId="295"/>
            <ac:spMk id="3" creationId="{F86E5393-28ED-E729-37B7-FE570F8B8E87}"/>
          </ac:spMkLst>
        </pc:spChg>
        <pc:picChg chg="add mod">
          <ac:chgData name="Riccardo Berta" userId="c8694f89-bba4-4576-b0a8-456619ca5a8c" providerId="ADAL" clId="{FDDBFC5A-5EA9-5330-BEB8-433D7E3B4C4E}" dt="2025-11-04T10:07:58.040" v="3997" actId="1076"/>
          <ac:picMkLst>
            <pc:docMk/>
            <pc:sldMk cId="2278532084" sldId="295"/>
            <ac:picMk id="5" creationId="{07034DB6-EAAD-61D8-A173-F9C402D12303}"/>
          </ac:picMkLst>
        </pc:picChg>
        <pc:picChg chg="add mod">
          <ac:chgData name="Riccardo Berta" userId="c8694f89-bba4-4576-b0a8-456619ca5a8c" providerId="ADAL" clId="{FDDBFC5A-5EA9-5330-BEB8-433D7E3B4C4E}" dt="2025-11-04T10:09:26.720" v="4043" actId="1076"/>
          <ac:picMkLst>
            <pc:docMk/>
            <pc:sldMk cId="2278532084" sldId="295"/>
            <ac:picMk id="7" creationId="{49C5CE77-16E7-2455-9D4D-889887AA5FE6}"/>
          </ac:picMkLst>
        </pc:picChg>
        <pc:picChg chg="add mod">
          <ac:chgData name="Riccardo Berta" userId="c8694f89-bba4-4576-b0a8-456619ca5a8c" providerId="ADAL" clId="{FDDBFC5A-5EA9-5330-BEB8-433D7E3B4C4E}" dt="2025-11-04T10:10:04.192" v="4063" actId="1076"/>
          <ac:picMkLst>
            <pc:docMk/>
            <pc:sldMk cId="2278532084" sldId="295"/>
            <ac:picMk id="9" creationId="{52651BC1-0B74-3DF2-B812-AFD4DE6C145B}"/>
          </ac:picMkLst>
        </pc:picChg>
        <pc:picChg chg="add mod">
          <ac:chgData name="Riccardo Berta" userId="c8694f89-bba4-4576-b0a8-456619ca5a8c" providerId="ADAL" clId="{FDDBFC5A-5EA9-5330-BEB8-433D7E3B4C4E}" dt="2025-11-04T10:10:20.740" v="4066" actId="1076"/>
          <ac:picMkLst>
            <pc:docMk/>
            <pc:sldMk cId="2278532084" sldId="295"/>
            <ac:picMk id="11" creationId="{5767692E-8166-56D2-4588-5B7AF73C7592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0:12:26.769" v="4105" actId="14100"/>
        <pc:sldMkLst>
          <pc:docMk/>
          <pc:sldMk cId="2620717882" sldId="296"/>
        </pc:sldMkLst>
        <pc:spChg chg="mod">
          <ac:chgData name="Riccardo Berta" userId="c8694f89-bba4-4576-b0a8-456619ca5a8c" providerId="ADAL" clId="{FDDBFC5A-5EA9-5330-BEB8-433D7E3B4C4E}" dt="2025-11-04T10:10:33.011" v="4075" actId="20577"/>
          <ac:spMkLst>
            <pc:docMk/>
            <pc:sldMk cId="2620717882" sldId="296"/>
            <ac:spMk id="2" creationId="{E7E8EA1B-874A-9D0B-D5DD-3F699C3555F0}"/>
          </ac:spMkLst>
        </pc:spChg>
        <pc:spChg chg="mod">
          <ac:chgData name="Riccardo Berta" userId="c8694f89-bba4-4576-b0a8-456619ca5a8c" providerId="ADAL" clId="{FDDBFC5A-5EA9-5330-BEB8-433D7E3B4C4E}" dt="2025-11-04T10:12:26.769" v="4105" actId="14100"/>
          <ac:spMkLst>
            <pc:docMk/>
            <pc:sldMk cId="2620717882" sldId="296"/>
            <ac:spMk id="3" creationId="{C19FA698-70BE-32FA-8C70-8279259BFC61}"/>
          </ac:spMkLst>
        </pc:spChg>
        <pc:picChg chg="add mod">
          <ac:chgData name="Riccardo Berta" userId="c8694f89-bba4-4576-b0a8-456619ca5a8c" providerId="ADAL" clId="{FDDBFC5A-5EA9-5330-BEB8-433D7E3B4C4E}" dt="2025-11-04T10:11:08.498" v="4081" actId="1076"/>
          <ac:picMkLst>
            <pc:docMk/>
            <pc:sldMk cId="2620717882" sldId="296"/>
            <ac:picMk id="5" creationId="{34756112-077F-EEA4-C545-0D7F8D5C3E33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2:24:25.491" v="5056" actId="1037"/>
        <pc:sldMkLst>
          <pc:docMk/>
          <pc:sldMk cId="1458953194" sldId="297"/>
        </pc:sldMkLst>
        <pc:spChg chg="mod">
          <ac:chgData name="Riccardo Berta" userId="c8694f89-bba4-4576-b0a8-456619ca5a8c" providerId="ADAL" clId="{FDDBFC5A-5EA9-5330-BEB8-433D7E3B4C4E}" dt="2025-11-04T10:12:39.476" v="4109" actId="20577"/>
          <ac:spMkLst>
            <pc:docMk/>
            <pc:sldMk cId="1458953194" sldId="297"/>
            <ac:spMk id="2" creationId="{A4DA877E-2C2E-0BC8-97F7-365EE278483D}"/>
          </ac:spMkLst>
        </pc:spChg>
        <pc:spChg chg="mod">
          <ac:chgData name="Riccardo Berta" userId="c8694f89-bba4-4576-b0a8-456619ca5a8c" providerId="ADAL" clId="{FDDBFC5A-5EA9-5330-BEB8-433D7E3B4C4E}" dt="2025-11-04T12:24:05.479" v="5015" actId="404"/>
          <ac:spMkLst>
            <pc:docMk/>
            <pc:sldMk cId="1458953194" sldId="297"/>
            <ac:spMk id="3" creationId="{CA77DE65-A9EE-87B2-707B-ED5E2E4499C0}"/>
          </ac:spMkLst>
        </pc:spChg>
        <pc:picChg chg="add mod">
          <ac:chgData name="Riccardo Berta" userId="c8694f89-bba4-4576-b0a8-456619ca5a8c" providerId="ADAL" clId="{FDDBFC5A-5EA9-5330-BEB8-433D7E3B4C4E}" dt="2025-11-04T12:24:25.491" v="5056" actId="1037"/>
          <ac:picMkLst>
            <pc:docMk/>
            <pc:sldMk cId="1458953194" sldId="297"/>
            <ac:picMk id="5" creationId="{4988538D-D0E3-748A-32B1-5E3FFD437447}"/>
          </ac:picMkLst>
        </pc:picChg>
        <pc:picChg chg="add mod">
          <ac:chgData name="Riccardo Berta" userId="c8694f89-bba4-4576-b0a8-456619ca5a8c" providerId="ADAL" clId="{FDDBFC5A-5EA9-5330-BEB8-433D7E3B4C4E}" dt="2025-11-04T12:24:09.405" v="5019" actId="1035"/>
          <ac:picMkLst>
            <pc:docMk/>
            <pc:sldMk cId="1458953194" sldId="297"/>
            <ac:picMk id="7" creationId="{5CED1FA9-31F5-DF99-74C0-74847DEE0655}"/>
          </ac:picMkLst>
        </pc:picChg>
        <pc:picChg chg="add mod">
          <ac:chgData name="Riccardo Berta" userId="c8694f89-bba4-4576-b0a8-456619ca5a8c" providerId="ADAL" clId="{FDDBFC5A-5EA9-5330-BEB8-433D7E3B4C4E}" dt="2025-11-04T12:24:07.821" v="5018" actId="1035"/>
          <ac:picMkLst>
            <pc:docMk/>
            <pc:sldMk cId="1458953194" sldId="297"/>
            <ac:picMk id="9" creationId="{B0839897-9A1C-8571-8FD0-B9ACED3EEA6C}"/>
          </ac:picMkLst>
        </pc:picChg>
        <pc:picChg chg="add mod">
          <ac:chgData name="Riccardo Berta" userId="c8694f89-bba4-4576-b0a8-456619ca5a8c" providerId="ADAL" clId="{FDDBFC5A-5EA9-5330-BEB8-433D7E3B4C4E}" dt="2025-11-04T12:24:11.866" v="5026" actId="1035"/>
          <ac:picMkLst>
            <pc:docMk/>
            <pc:sldMk cId="1458953194" sldId="297"/>
            <ac:picMk id="11" creationId="{8EA1BBD4-AB21-D056-CB60-BE2B167E1A09}"/>
          </ac:picMkLst>
        </pc:picChg>
        <pc:picChg chg="add mod">
          <ac:chgData name="Riccardo Berta" userId="c8694f89-bba4-4576-b0a8-456619ca5a8c" providerId="ADAL" clId="{FDDBFC5A-5EA9-5330-BEB8-433D7E3B4C4E}" dt="2025-11-04T12:24:15.456" v="5035" actId="1035"/>
          <ac:picMkLst>
            <pc:docMk/>
            <pc:sldMk cId="1458953194" sldId="297"/>
            <ac:picMk id="13" creationId="{C4612B08-7D9D-14C0-74BD-460D4B096176}"/>
          </ac:picMkLst>
        </pc:picChg>
        <pc:picChg chg="add mod">
          <ac:chgData name="Riccardo Berta" userId="c8694f89-bba4-4576-b0a8-456619ca5a8c" providerId="ADAL" clId="{FDDBFC5A-5EA9-5330-BEB8-433D7E3B4C4E}" dt="2025-11-04T12:24:18" v="5043" actId="1035"/>
          <ac:picMkLst>
            <pc:docMk/>
            <pc:sldMk cId="1458953194" sldId="297"/>
            <ac:picMk id="15" creationId="{CA5B96AB-56BD-1622-B97A-797C25E82DB8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2:24:45.272" v="5060" actId="1076"/>
        <pc:sldMkLst>
          <pc:docMk/>
          <pc:sldMk cId="2616000796" sldId="298"/>
        </pc:sldMkLst>
        <pc:spChg chg="mod">
          <ac:chgData name="Riccardo Berta" userId="c8694f89-bba4-4576-b0a8-456619ca5a8c" providerId="ADAL" clId="{FDDBFC5A-5EA9-5330-BEB8-433D7E3B4C4E}" dt="2025-11-04T10:17:35.950" v="4243" actId="20577"/>
          <ac:spMkLst>
            <pc:docMk/>
            <pc:sldMk cId="2616000796" sldId="298"/>
            <ac:spMk id="2" creationId="{4AC49273-3F15-AEE8-2EC5-607D3446D91C}"/>
          </ac:spMkLst>
        </pc:spChg>
        <pc:spChg chg="mod">
          <ac:chgData name="Riccardo Berta" userId="c8694f89-bba4-4576-b0a8-456619ca5a8c" providerId="ADAL" clId="{FDDBFC5A-5EA9-5330-BEB8-433D7E3B4C4E}" dt="2025-11-04T10:24:50.683" v="4293" actId="20577"/>
          <ac:spMkLst>
            <pc:docMk/>
            <pc:sldMk cId="2616000796" sldId="298"/>
            <ac:spMk id="3" creationId="{DA13E61E-6191-0245-BF6B-C4054F218302}"/>
          </ac:spMkLst>
        </pc:spChg>
        <pc:picChg chg="add del mod">
          <ac:chgData name="Riccardo Berta" userId="c8694f89-bba4-4576-b0a8-456619ca5a8c" providerId="ADAL" clId="{FDDBFC5A-5EA9-5330-BEB8-433D7E3B4C4E}" dt="2025-11-04T10:23:28.991" v="4248" actId="478"/>
          <ac:picMkLst>
            <pc:docMk/>
            <pc:sldMk cId="2616000796" sldId="298"/>
            <ac:picMk id="5" creationId="{B4ED785D-E4DF-5C98-CEEF-8533E0407064}"/>
          </ac:picMkLst>
        </pc:picChg>
        <pc:picChg chg="add mod">
          <ac:chgData name="Riccardo Berta" userId="c8694f89-bba4-4576-b0a8-456619ca5a8c" providerId="ADAL" clId="{FDDBFC5A-5EA9-5330-BEB8-433D7E3B4C4E}" dt="2025-11-04T12:24:45.272" v="5060" actId="1076"/>
          <ac:picMkLst>
            <pc:docMk/>
            <pc:sldMk cId="2616000796" sldId="298"/>
            <ac:picMk id="7" creationId="{075776C0-C2FD-4026-DC50-63733B408DD1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0:31:25.095" v="4463" actId="20577"/>
        <pc:sldMkLst>
          <pc:docMk/>
          <pc:sldMk cId="1782045952" sldId="299"/>
        </pc:sldMkLst>
        <pc:spChg chg="mod">
          <ac:chgData name="Riccardo Berta" userId="c8694f89-bba4-4576-b0a8-456619ca5a8c" providerId="ADAL" clId="{FDDBFC5A-5EA9-5330-BEB8-433D7E3B4C4E}" dt="2025-11-04T10:26:01.565" v="4305" actId="20577"/>
          <ac:spMkLst>
            <pc:docMk/>
            <pc:sldMk cId="1782045952" sldId="299"/>
            <ac:spMk id="2" creationId="{D437BF04-449C-E26E-7CC9-8099F4036DA9}"/>
          </ac:spMkLst>
        </pc:spChg>
        <pc:spChg chg="mod">
          <ac:chgData name="Riccardo Berta" userId="c8694f89-bba4-4576-b0a8-456619ca5a8c" providerId="ADAL" clId="{FDDBFC5A-5EA9-5330-BEB8-433D7E3B4C4E}" dt="2025-11-04T10:31:25.095" v="4463" actId="20577"/>
          <ac:spMkLst>
            <pc:docMk/>
            <pc:sldMk cId="1782045952" sldId="299"/>
            <ac:spMk id="3" creationId="{870C2E36-B97F-1D04-A691-1EBA65C3803E}"/>
          </ac:spMkLst>
        </pc:spChg>
        <pc:picChg chg="add mod">
          <ac:chgData name="Riccardo Berta" userId="c8694f89-bba4-4576-b0a8-456619ca5a8c" providerId="ADAL" clId="{FDDBFC5A-5EA9-5330-BEB8-433D7E3B4C4E}" dt="2025-11-04T10:31:19.914" v="4458" actId="1076"/>
          <ac:picMkLst>
            <pc:docMk/>
            <pc:sldMk cId="1782045952" sldId="299"/>
            <ac:picMk id="5" creationId="{E1DF249F-0A93-2FAE-4A0B-5B18706FAF9D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0:47:19.929" v="4801" actId="14100"/>
        <pc:sldMkLst>
          <pc:docMk/>
          <pc:sldMk cId="1763355705" sldId="300"/>
        </pc:sldMkLst>
        <pc:spChg chg="mod">
          <ac:chgData name="Riccardo Berta" userId="c8694f89-bba4-4576-b0a8-456619ca5a8c" providerId="ADAL" clId="{FDDBFC5A-5EA9-5330-BEB8-433D7E3B4C4E}" dt="2025-11-04T10:35:05.925" v="4539" actId="20577"/>
          <ac:spMkLst>
            <pc:docMk/>
            <pc:sldMk cId="1763355705" sldId="300"/>
            <ac:spMk id="2" creationId="{C4E51D26-EE9C-C6B0-D225-D87D760D856C}"/>
          </ac:spMkLst>
        </pc:spChg>
        <pc:spChg chg="mod">
          <ac:chgData name="Riccardo Berta" userId="c8694f89-bba4-4576-b0a8-456619ca5a8c" providerId="ADAL" clId="{FDDBFC5A-5EA9-5330-BEB8-433D7E3B4C4E}" dt="2025-11-04T10:47:19.929" v="4801" actId="14100"/>
          <ac:spMkLst>
            <pc:docMk/>
            <pc:sldMk cId="1763355705" sldId="300"/>
            <ac:spMk id="3" creationId="{E4DCCB65-FD92-6D07-D339-D71C30797A90}"/>
          </ac:spMkLst>
        </pc:spChg>
        <pc:picChg chg="add mod">
          <ac:chgData name="Riccardo Berta" userId="c8694f89-bba4-4576-b0a8-456619ca5a8c" providerId="ADAL" clId="{FDDBFC5A-5EA9-5330-BEB8-433D7E3B4C4E}" dt="2025-11-04T10:46:48.969" v="4774" actId="1076"/>
          <ac:picMkLst>
            <pc:docMk/>
            <pc:sldMk cId="1763355705" sldId="300"/>
            <ac:picMk id="5" creationId="{4F5E7C13-6230-E4EF-2DD7-8DC45A05D910}"/>
          </ac:picMkLst>
        </pc:picChg>
        <pc:picChg chg="add mod">
          <ac:chgData name="Riccardo Berta" userId="c8694f89-bba4-4576-b0a8-456619ca5a8c" providerId="ADAL" clId="{FDDBFC5A-5EA9-5330-BEB8-433D7E3B4C4E}" dt="2025-11-04T10:47:09.698" v="4795" actId="1076"/>
          <ac:picMkLst>
            <pc:docMk/>
            <pc:sldMk cId="1763355705" sldId="300"/>
            <ac:picMk id="7" creationId="{A87E4C9F-346A-8CC9-1A34-798488C5FEA9}"/>
          </ac:picMkLst>
        </pc:picChg>
        <pc:picChg chg="add mod">
          <ac:chgData name="Riccardo Berta" userId="c8694f89-bba4-4576-b0a8-456619ca5a8c" providerId="ADAL" clId="{FDDBFC5A-5EA9-5330-BEB8-433D7E3B4C4E}" dt="2025-11-04T10:47:12.819" v="4796" actId="1076"/>
          <ac:picMkLst>
            <pc:docMk/>
            <pc:sldMk cId="1763355705" sldId="300"/>
            <ac:picMk id="9" creationId="{845044B7-F848-A4AC-6F98-F9293CFB0B80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4:48:33.350" v="7801" actId="14100"/>
        <pc:sldMkLst>
          <pc:docMk/>
          <pc:sldMk cId="291410552" sldId="301"/>
        </pc:sldMkLst>
        <pc:spChg chg="mod">
          <ac:chgData name="Riccardo Berta" userId="c8694f89-bba4-4576-b0a8-456619ca5a8c" providerId="ADAL" clId="{FDDBFC5A-5EA9-5330-BEB8-433D7E3B4C4E}" dt="2025-11-04T10:47:27.429" v="4804" actId="20577"/>
          <ac:spMkLst>
            <pc:docMk/>
            <pc:sldMk cId="291410552" sldId="301"/>
            <ac:spMk id="2" creationId="{F5AAC7A9-DCC2-A2C1-FE3C-9FCBEF16B5FF}"/>
          </ac:spMkLst>
        </pc:spChg>
        <pc:spChg chg="mod">
          <ac:chgData name="Riccardo Berta" userId="c8694f89-bba4-4576-b0a8-456619ca5a8c" providerId="ADAL" clId="{FDDBFC5A-5EA9-5330-BEB8-433D7E3B4C4E}" dt="2025-11-04T12:28:20.812" v="5146" actId="20577"/>
          <ac:spMkLst>
            <pc:docMk/>
            <pc:sldMk cId="291410552" sldId="301"/>
            <ac:spMk id="3" creationId="{59650487-81C7-5E1C-FC12-F01A586E8E06}"/>
          </ac:spMkLst>
        </pc:spChg>
        <pc:picChg chg="add del mod">
          <ac:chgData name="Riccardo Berta" userId="c8694f89-bba4-4576-b0a8-456619ca5a8c" providerId="ADAL" clId="{FDDBFC5A-5EA9-5330-BEB8-433D7E3B4C4E}" dt="2025-11-04T10:48:07.124" v="4809" actId="478"/>
          <ac:picMkLst>
            <pc:docMk/>
            <pc:sldMk cId="291410552" sldId="301"/>
            <ac:picMk id="5" creationId="{B115DCB6-4555-651B-F887-0AF86D547F20}"/>
          </ac:picMkLst>
        </pc:picChg>
        <pc:picChg chg="add mod">
          <ac:chgData name="Riccardo Berta" userId="c8694f89-bba4-4576-b0a8-456619ca5a8c" providerId="ADAL" clId="{FDDBFC5A-5EA9-5330-BEB8-433D7E3B4C4E}" dt="2025-11-04T14:48:30.073" v="7800" actId="14100"/>
          <ac:picMkLst>
            <pc:docMk/>
            <pc:sldMk cId="291410552" sldId="301"/>
            <ac:picMk id="7" creationId="{99D58EBC-93CC-99AD-AC73-46D239CB931B}"/>
          </ac:picMkLst>
        </pc:picChg>
        <pc:picChg chg="add mod">
          <ac:chgData name="Riccardo Berta" userId="c8694f89-bba4-4576-b0a8-456619ca5a8c" providerId="ADAL" clId="{FDDBFC5A-5EA9-5330-BEB8-433D7E3B4C4E}" dt="2025-11-04T14:48:33.350" v="7801" actId="14100"/>
          <ac:picMkLst>
            <pc:docMk/>
            <pc:sldMk cId="291410552" sldId="301"/>
            <ac:picMk id="9" creationId="{2A6CF8EB-4DA4-DE91-27C6-1B36529F3403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2:34:29.738" v="5379" actId="20577"/>
        <pc:sldMkLst>
          <pc:docMk/>
          <pc:sldMk cId="247768826" sldId="302"/>
        </pc:sldMkLst>
        <pc:spChg chg="mod">
          <ac:chgData name="Riccardo Berta" userId="c8694f89-bba4-4576-b0a8-456619ca5a8c" providerId="ADAL" clId="{FDDBFC5A-5EA9-5330-BEB8-433D7E3B4C4E}" dt="2025-11-04T12:34:29.738" v="5379" actId="20577"/>
          <ac:spMkLst>
            <pc:docMk/>
            <pc:sldMk cId="247768826" sldId="302"/>
            <ac:spMk id="2" creationId="{BFF9F46A-CF93-51BB-B1D8-73CA6E912C5C}"/>
          </ac:spMkLst>
        </pc:spChg>
        <pc:spChg chg="mod">
          <ac:chgData name="Riccardo Berta" userId="c8694f89-bba4-4576-b0a8-456619ca5a8c" providerId="ADAL" clId="{FDDBFC5A-5EA9-5330-BEB8-433D7E3B4C4E}" dt="2025-11-04T12:33:58.885" v="5369" actId="15"/>
          <ac:spMkLst>
            <pc:docMk/>
            <pc:sldMk cId="247768826" sldId="302"/>
            <ac:spMk id="3" creationId="{4640DD23-4CE4-C1C0-B946-BA706241DA04}"/>
          </ac:spMkLst>
        </pc:spChg>
        <pc:picChg chg="add mod">
          <ac:chgData name="Riccardo Berta" userId="c8694f89-bba4-4576-b0a8-456619ca5a8c" providerId="ADAL" clId="{FDDBFC5A-5EA9-5330-BEB8-433D7E3B4C4E}" dt="2025-11-04T12:32:54.787" v="5299" actId="1076"/>
          <ac:picMkLst>
            <pc:docMk/>
            <pc:sldMk cId="247768826" sldId="302"/>
            <ac:picMk id="5" creationId="{1683A45D-82A7-BD26-EBB4-4C01FBB92A18}"/>
          </ac:picMkLst>
        </pc:picChg>
        <pc:picChg chg="add mod">
          <ac:chgData name="Riccardo Berta" userId="c8694f89-bba4-4576-b0a8-456619ca5a8c" providerId="ADAL" clId="{FDDBFC5A-5EA9-5330-BEB8-433D7E3B4C4E}" dt="2025-11-04T12:34:04.569" v="5375" actId="1035"/>
          <ac:picMkLst>
            <pc:docMk/>
            <pc:sldMk cId="247768826" sldId="302"/>
            <ac:picMk id="7" creationId="{1CEF397F-2EA1-B01F-5297-77BB475175AF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2:37:58.852" v="5454" actId="20577"/>
        <pc:sldMkLst>
          <pc:docMk/>
          <pc:sldMk cId="3441935039" sldId="303"/>
        </pc:sldMkLst>
        <pc:spChg chg="mod">
          <ac:chgData name="Riccardo Berta" userId="c8694f89-bba4-4576-b0a8-456619ca5a8c" providerId="ADAL" clId="{FDDBFC5A-5EA9-5330-BEB8-433D7E3B4C4E}" dt="2025-11-04T12:34:34.510" v="5382" actId="20577"/>
          <ac:spMkLst>
            <pc:docMk/>
            <pc:sldMk cId="3441935039" sldId="303"/>
            <ac:spMk id="2" creationId="{6E23B114-A81B-F0BF-E7B9-A997CFA875BE}"/>
          </ac:spMkLst>
        </pc:spChg>
        <pc:spChg chg="mod">
          <ac:chgData name="Riccardo Berta" userId="c8694f89-bba4-4576-b0a8-456619ca5a8c" providerId="ADAL" clId="{FDDBFC5A-5EA9-5330-BEB8-433D7E3B4C4E}" dt="2025-11-04T12:37:58.852" v="5454" actId="20577"/>
          <ac:spMkLst>
            <pc:docMk/>
            <pc:sldMk cId="3441935039" sldId="303"/>
            <ac:spMk id="3" creationId="{2D9516F8-FE72-AEE9-7624-1301C263DA1A}"/>
          </ac:spMkLst>
        </pc:spChg>
        <pc:picChg chg="add mod">
          <ac:chgData name="Riccardo Berta" userId="c8694f89-bba4-4576-b0a8-456619ca5a8c" providerId="ADAL" clId="{FDDBFC5A-5EA9-5330-BEB8-433D7E3B4C4E}" dt="2025-11-04T12:37:54.211" v="5452" actId="1076"/>
          <ac:picMkLst>
            <pc:docMk/>
            <pc:sldMk cId="3441935039" sldId="303"/>
            <ac:picMk id="5" creationId="{718145CA-22E5-D652-DC4E-BE7562A4E51A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2:46:08.830" v="5569" actId="20577"/>
        <pc:sldMkLst>
          <pc:docMk/>
          <pc:sldMk cId="2153339591" sldId="304"/>
        </pc:sldMkLst>
        <pc:spChg chg="mod">
          <ac:chgData name="Riccardo Berta" userId="c8694f89-bba4-4576-b0a8-456619ca5a8c" providerId="ADAL" clId="{FDDBFC5A-5EA9-5330-BEB8-433D7E3B4C4E}" dt="2025-11-04T12:46:08.830" v="5569" actId="20577"/>
          <ac:spMkLst>
            <pc:docMk/>
            <pc:sldMk cId="2153339591" sldId="304"/>
            <ac:spMk id="2" creationId="{EBFA5008-0CBC-9546-BB6D-E0EE6161D631}"/>
          </ac:spMkLst>
        </pc:spChg>
        <pc:spChg chg="mod">
          <ac:chgData name="Riccardo Berta" userId="c8694f89-bba4-4576-b0a8-456619ca5a8c" providerId="ADAL" clId="{FDDBFC5A-5EA9-5330-BEB8-433D7E3B4C4E}" dt="2025-11-04T12:42:22.485" v="5551" actId="404"/>
          <ac:spMkLst>
            <pc:docMk/>
            <pc:sldMk cId="2153339591" sldId="304"/>
            <ac:spMk id="3" creationId="{FD14B9F2-B7B5-F4A5-660A-06D04A57CBAC}"/>
          </ac:spMkLst>
        </pc:spChg>
        <pc:picChg chg="add mod">
          <ac:chgData name="Riccardo Berta" userId="c8694f89-bba4-4576-b0a8-456619ca5a8c" providerId="ADAL" clId="{FDDBFC5A-5EA9-5330-BEB8-433D7E3B4C4E}" dt="2025-11-04T12:45:24.644" v="5563" actId="1076"/>
          <ac:picMkLst>
            <pc:docMk/>
            <pc:sldMk cId="2153339591" sldId="304"/>
            <ac:picMk id="5" creationId="{20F0BF15-AA3F-F7C9-9EC3-BF811665FCEB}"/>
          </ac:picMkLst>
        </pc:picChg>
        <pc:picChg chg="add mod">
          <ac:chgData name="Riccardo Berta" userId="c8694f89-bba4-4576-b0a8-456619ca5a8c" providerId="ADAL" clId="{FDDBFC5A-5EA9-5330-BEB8-433D7E3B4C4E}" dt="2025-11-04T12:45:29.238" v="5565" actId="14100"/>
          <ac:picMkLst>
            <pc:docMk/>
            <pc:sldMk cId="2153339591" sldId="304"/>
            <ac:picMk id="7" creationId="{CDD65897-5F2B-B507-3595-0AB7FA66F8D2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4:29:48.941" v="7522" actId="1076"/>
        <pc:sldMkLst>
          <pc:docMk/>
          <pc:sldMk cId="3442136686" sldId="305"/>
        </pc:sldMkLst>
        <pc:spChg chg="mod">
          <ac:chgData name="Riccardo Berta" userId="c8694f89-bba4-4576-b0a8-456619ca5a8c" providerId="ADAL" clId="{FDDBFC5A-5EA9-5330-BEB8-433D7E3B4C4E}" dt="2025-11-04T14:21:15.297" v="7363" actId="20577"/>
          <ac:spMkLst>
            <pc:docMk/>
            <pc:sldMk cId="3442136686" sldId="305"/>
            <ac:spMk id="2" creationId="{3FCFB008-EBA8-FADF-728F-6D3141471723}"/>
          </ac:spMkLst>
        </pc:spChg>
        <pc:spChg chg="mod">
          <ac:chgData name="Riccardo Berta" userId="c8694f89-bba4-4576-b0a8-456619ca5a8c" providerId="ADAL" clId="{FDDBFC5A-5EA9-5330-BEB8-433D7E3B4C4E}" dt="2025-11-04T14:24:51.910" v="7508" actId="404"/>
          <ac:spMkLst>
            <pc:docMk/>
            <pc:sldMk cId="3442136686" sldId="305"/>
            <ac:spMk id="3" creationId="{FF13587D-DABE-7BD3-5A49-887669E19A41}"/>
          </ac:spMkLst>
        </pc:spChg>
        <pc:picChg chg="add mod">
          <ac:chgData name="Riccardo Berta" userId="c8694f89-bba4-4576-b0a8-456619ca5a8c" providerId="ADAL" clId="{FDDBFC5A-5EA9-5330-BEB8-433D7E3B4C4E}" dt="2025-11-04T14:25:38.833" v="7512" actId="14100"/>
          <ac:picMkLst>
            <pc:docMk/>
            <pc:sldMk cId="3442136686" sldId="305"/>
            <ac:picMk id="5" creationId="{638EABE5-41C4-A6BD-3A74-7987A0629426}"/>
          </ac:picMkLst>
        </pc:picChg>
        <pc:picChg chg="add mod">
          <ac:chgData name="Riccardo Berta" userId="c8694f89-bba4-4576-b0a8-456619ca5a8c" providerId="ADAL" clId="{FDDBFC5A-5EA9-5330-BEB8-433D7E3B4C4E}" dt="2025-11-04T14:29:47.311" v="7521" actId="1076"/>
          <ac:picMkLst>
            <pc:docMk/>
            <pc:sldMk cId="3442136686" sldId="305"/>
            <ac:picMk id="7" creationId="{50178B18-DD3C-A888-7293-CDB140237C27}"/>
          </ac:picMkLst>
        </pc:picChg>
        <pc:picChg chg="add mod">
          <ac:chgData name="Riccardo Berta" userId="c8694f89-bba4-4576-b0a8-456619ca5a8c" providerId="ADAL" clId="{FDDBFC5A-5EA9-5330-BEB8-433D7E3B4C4E}" dt="2025-11-04T14:29:48.941" v="7522" actId="1076"/>
          <ac:picMkLst>
            <pc:docMk/>
            <pc:sldMk cId="3442136686" sldId="305"/>
            <ac:picMk id="9" creationId="{9BDA33B2-EA5A-D865-BB80-A73433019757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4:40:36.402" v="7667" actId="14100"/>
        <pc:sldMkLst>
          <pc:docMk/>
          <pc:sldMk cId="4045288667" sldId="306"/>
        </pc:sldMkLst>
        <pc:spChg chg="mod">
          <ac:chgData name="Riccardo Berta" userId="c8694f89-bba4-4576-b0a8-456619ca5a8c" providerId="ADAL" clId="{FDDBFC5A-5EA9-5330-BEB8-433D7E3B4C4E}" dt="2025-11-04T14:29:56.250" v="7533" actId="20577"/>
          <ac:spMkLst>
            <pc:docMk/>
            <pc:sldMk cId="4045288667" sldId="306"/>
            <ac:spMk id="2" creationId="{A0EA95F8-4BA8-6BA0-86CE-145EE8587D87}"/>
          </ac:spMkLst>
        </pc:spChg>
        <pc:spChg chg="mod">
          <ac:chgData name="Riccardo Berta" userId="c8694f89-bba4-4576-b0a8-456619ca5a8c" providerId="ADAL" clId="{FDDBFC5A-5EA9-5330-BEB8-433D7E3B4C4E}" dt="2025-11-04T14:39:20.350" v="7659" actId="20577"/>
          <ac:spMkLst>
            <pc:docMk/>
            <pc:sldMk cId="4045288667" sldId="306"/>
            <ac:spMk id="3" creationId="{F8D891E7-4552-8796-0031-EEDEAE9B9BC2}"/>
          </ac:spMkLst>
        </pc:spChg>
        <pc:picChg chg="add mod">
          <ac:chgData name="Riccardo Berta" userId="c8694f89-bba4-4576-b0a8-456619ca5a8c" providerId="ADAL" clId="{FDDBFC5A-5EA9-5330-BEB8-433D7E3B4C4E}" dt="2025-11-04T14:38:15.773" v="7640" actId="1076"/>
          <ac:picMkLst>
            <pc:docMk/>
            <pc:sldMk cId="4045288667" sldId="306"/>
            <ac:picMk id="5" creationId="{1CBF657E-D839-7A3B-872A-905571B0BFB5}"/>
          </ac:picMkLst>
        </pc:picChg>
        <pc:picChg chg="add mod">
          <ac:chgData name="Riccardo Berta" userId="c8694f89-bba4-4576-b0a8-456619ca5a8c" providerId="ADAL" clId="{FDDBFC5A-5EA9-5330-BEB8-433D7E3B4C4E}" dt="2025-11-04T14:39:44.108" v="7664" actId="1076"/>
          <ac:picMkLst>
            <pc:docMk/>
            <pc:sldMk cId="4045288667" sldId="306"/>
            <ac:picMk id="7" creationId="{50716663-10CE-695E-3211-841A0F55BA9B}"/>
          </ac:picMkLst>
        </pc:picChg>
        <pc:picChg chg="add mod">
          <ac:chgData name="Riccardo Berta" userId="c8694f89-bba4-4576-b0a8-456619ca5a8c" providerId="ADAL" clId="{FDDBFC5A-5EA9-5330-BEB8-433D7E3B4C4E}" dt="2025-11-04T14:40:36.402" v="7667" actId="14100"/>
          <ac:picMkLst>
            <pc:docMk/>
            <pc:sldMk cId="4045288667" sldId="306"/>
            <ac:picMk id="9" creationId="{E8A3455B-2141-DF58-1B41-C25AA3EDD6DE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2:55:40.928" v="5752" actId="20577"/>
        <pc:sldMkLst>
          <pc:docMk/>
          <pc:sldMk cId="3055577328" sldId="307"/>
        </pc:sldMkLst>
        <pc:spChg chg="mod">
          <ac:chgData name="Riccardo Berta" userId="c8694f89-bba4-4576-b0a8-456619ca5a8c" providerId="ADAL" clId="{FDDBFC5A-5EA9-5330-BEB8-433D7E3B4C4E}" dt="2025-11-04T12:46:14.243" v="5572" actId="20577"/>
          <ac:spMkLst>
            <pc:docMk/>
            <pc:sldMk cId="3055577328" sldId="307"/>
            <ac:spMk id="2" creationId="{50BEA679-D7A7-3310-B0A5-B1800DE4F328}"/>
          </ac:spMkLst>
        </pc:spChg>
        <pc:spChg chg="mod">
          <ac:chgData name="Riccardo Berta" userId="c8694f89-bba4-4576-b0a8-456619ca5a8c" providerId="ADAL" clId="{FDDBFC5A-5EA9-5330-BEB8-433D7E3B4C4E}" dt="2025-11-04T12:55:40.928" v="5752" actId="20577"/>
          <ac:spMkLst>
            <pc:docMk/>
            <pc:sldMk cId="3055577328" sldId="307"/>
            <ac:spMk id="3" creationId="{22D5C69B-AE9A-0F12-2DD3-2CFDC8D70592}"/>
          </ac:spMkLst>
        </pc:spChg>
        <pc:picChg chg="add mod">
          <ac:chgData name="Riccardo Berta" userId="c8694f89-bba4-4576-b0a8-456619ca5a8c" providerId="ADAL" clId="{FDDBFC5A-5EA9-5330-BEB8-433D7E3B4C4E}" dt="2025-11-04T12:55:34.488" v="5750" actId="14100"/>
          <ac:picMkLst>
            <pc:docMk/>
            <pc:sldMk cId="3055577328" sldId="307"/>
            <ac:picMk id="5" creationId="{48C7593D-FC1E-AB7B-027F-23BF9F92AC55}"/>
          </ac:picMkLst>
        </pc:picChg>
      </pc:sldChg>
      <pc:sldChg chg="modSp add mod">
        <pc:chgData name="Riccardo Berta" userId="c8694f89-bba4-4576-b0a8-456619ca5a8c" providerId="ADAL" clId="{FDDBFC5A-5EA9-5330-BEB8-433D7E3B4C4E}" dt="2025-11-04T13:02:15.391" v="5950" actId="14100"/>
        <pc:sldMkLst>
          <pc:docMk/>
          <pc:sldMk cId="2770338725" sldId="308"/>
        </pc:sldMkLst>
        <pc:spChg chg="mod">
          <ac:chgData name="Riccardo Berta" userId="c8694f89-bba4-4576-b0a8-456619ca5a8c" providerId="ADAL" clId="{FDDBFC5A-5EA9-5330-BEB8-433D7E3B4C4E}" dt="2025-11-04T12:55:48.145" v="5757" actId="20577"/>
          <ac:spMkLst>
            <pc:docMk/>
            <pc:sldMk cId="2770338725" sldId="308"/>
            <ac:spMk id="2" creationId="{119FEABB-366C-113F-0E81-10AE8D30CDBB}"/>
          </ac:spMkLst>
        </pc:spChg>
        <pc:spChg chg="mod">
          <ac:chgData name="Riccardo Berta" userId="c8694f89-bba4-4576-b0a8-456619ca5a8c" providerId="ADAL" clId="{FDDBFC5A-5EA9-5330-BEB8-433D7E3B4C4E}" dt="2025-11-04T13:02:15.391" v="5950" actId="14100"/>
          <ac:spMkLst>
            <pc:docMk/>
            <pc:sldMk cId="2770338725" sldId="308"/>
            <ac:spMk id="3" creationId="{337AA242-7156-D11B-6719-F7CA264EF064}"/>
          </ac:spMkLst>
        </pc:spChg>
      </pc:sldChg>
      <pc:sldChg chg="addSp delSp modSp add mod">
        <pc:chgData name="Riccardo Berta" userId="c8694f89-bba4-4576-b0a8-456619ca5a8c" providerId="ADAL" clId="{FDDBFC5A-5EA9-5330-BEB8-433D7E3B4C4E}" dt="2025-11-04T13:22:37.416" v="6122" actId="1076"/>
        <pc:sldMkLst>
          <pc:docMk/>
          <pc:sldMk cId="20563438" sldId="309"/>
        </pc:sldMkLst>
        <pc:spChg chg="mod">
          <ac:chgData name="Riccardo Berta" userId="c8694f89-bba4-4576-b0a8-456619ca5a8c" providerId="ADAL" clId="{FDDBFC5A-5EA9-5330-BEB8-433D7E3B4C4E}" dt="2025-11-04T13:22:21.332" v="6118" actId="20577"/>
          <ac:spMkLst>
            <pc:docMk/>
            <pc:sldMk cId="20563438" sldId="309"/>
            <ac:spMk id="2" creationId="{D0F85DF2-8A4F-066A-00BE-2492BC2198B2}"/>
          </ac:spMkLst>
        </pc:spChg>
        <pc:spChg chg="mod">
          <ac:chgData name="Riccardo Berta" userId="c8694f89-bba4-4576-b0a8-456619ca5a8c" providerId="ADAL" clId="{FDDBFC5A-5EA9-5330-BEB8-433D7E3B4C4E}" dt="2025-11-04T13:22:28.484" v="6119" actId="21"/>
          <ac:spMkLst>
            <pc:docMk/>
            <pc:sldMk cId="20563438" sldId="309"/>
            <ac:spMk id="3" creationId="{5A176D89-DB08-20B1-03A8-0F15F23B60FA}"/>
          </ac:spMkLst>
        </pc:spChg>
        <pc:picChg chg="add mod">
          <ac:chgData name="Riccardo Berta" userId="c8694f89-bba4-4576-b0a8-456619ca5a8c" providerId="ADAL" clId="{FDDBFC5A-5EA9-5330-BEB8-433D7E3B4C4E}" dt="2025-11-04T13:22:37.416" v="6122" actId="1076"/>
          <ac:picMkLst>
            <pc:docMk/>
            <pc:sldMk cId="20563438" sldId="309"/>
            <ac:picMk id="5" creationId="{2A9AA8A8-2A9F-1CF9-C0D0-D4E64ED2E76D}"/>
          </ac:picMkLst>
        </pc:picChg>
        <pc:picChg chg="add del mod">
          <ac:chgData name="Riccardo Berta" userId="c8694f89-bba4-4576-b0a8-456619ca5a8c" providerId="ADAL" clId="{FDDBFC5A-5EA9-5330-BEB8-433D7E3B4C4E}" dt="2025-11-04T13:22:32.704" v="6121" actId="478"/>
          <ac:picMkLst>
            <pc:docMk/>
            <pc:sldMk cId="20563438" sldId="309"/>
            <ac:picMk id="7" creationId="{1509E991-4BF5-9365-38F6-178383B8F1DA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4:18:38.982" v="7312" actId="1076"/>
        <pc:sldMkLst>
          <pc:docMk/>
          <pc:sldMk cId="2386627086" sldId="310"/>
        </pc:sldMkLst>
        <pc:spChg chg="mod">
          <ac:chgData name="Riccardo Berta" userId="c8694f89-bba4-4576-b0a8-456619ca5a8c" providerId="ADAL" clId="{FDDBFC5A-5EA9-5330-BEB8-433D7E3B4C4E}" dt="2025-11-04T14:02:51.678" v="6947"/>
          <ac:spMkLst>
            <pc:docMk/>
            <pc:sldMk cId="2386627086" sldId="310"/>
            <ac:spMk id="2" creationId="{4EAEADBE-B779-5F70-D08E-54A8E32388B1}"/>
          </ac:spMkLst>
        </pc:spChg>
        <pc:spChg chg="mod">
          <ac:chgData name="Riccardo Berta" userId="c8694f89-bba4-4576-b0a8-456619ca5a8c" providerId="ADAL" clId="{FDDBFC5A-5EA9-5330-BEB8-433D7E3B4C4E}" dt="2025-11-04T14:18:24.808" v="7303" actId="20577"/>
          <ac:spMkLst>
            <pc:docMk/>
            <pc:sldMk cId="2386627086" sldId="310"/>
            <ac:spMk id="3" creationId="{D5889F7A-0864-0D69-DFBB-C7F11E1D356A}"/>
          </ac:spMkLst>
        </pc:spChg>
        <pc:picChg chg="add mod">
          <ac:chgData name="Riccardo Berta" userId="c8694f89-bba4-4576-b0a8-456619ca5a8c" providerId="ADAL" clId="{FDDBFC5A-5EA9-5330-BEB8-433D7E3B4C4E}" dt="2025-11-04T14:18:36.185" v="7311" actId="1038"/>
          <ac:picMkLst>
            <pc:docMk/>
            <pc:sldMk cId="2386627086" sldId="310"/>
            <ac:picMk id="5" creationId="{2E95C689-4C34-3A81-BBCD-D261AE13E820}"/>
          </ac:picMkLst>
        </pc:picChg>
        <pc:picChg chg="add del mod">
          <ac:chgData name="Riccardo Berta" userId="c8694f89-bba4-4576-b0a8-456619ca5a8c" providerId="ADAL" clId="{FDDBFC5A-5EA9-5330-BEB8-433D7E3B4C4E}" dt="2025-11-04T14:18:06.208" v="7298" actId="478"/>
          <ac:picMkLst>
            <pc:docMk/>
            <pc:sldMk cId="2386627086" sldId="310"/>
            <ac:picMk id="7" creationId="{DFAFAC31-4D2B-1DE9-AD27-0BC0A2152AB2}"/>
          </ac:picMkLst>
        </pc:picChg>
        <pc:picChg chg="add mod">
          <ac:chgData name="Riccardo Berta" userId="c8694f89-bba4-4576-b0a8-456619ca5a8c" providerId="ADAL" clId="{FDDBFC5A-5EA9-5330-BEB8-433D7E3B4C4E}" dt="2025-11-04T14:18:38.982" v="7312" actId="1076"/>
          <ac:picMkLst>
            <pc:docMk/>
            <pc:sldMk cId="2386627086" sldId="310"/>
            <ac:picMk id="9" creationId="{1313C0CF-C481-1362-3551-9978406AD67F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3:40:01.478" v="6409" actId="20577"/>
        <pc:sldMkLst>
          <pc:docMk/>
          <pc:sldMk cId="1452086509" sldId="311"/>
        </pc:sldMkLst>
        <pc:spChg chg="mod">
          <ac:chgData name="Riccardo Berta" userId="c8694f89-bba4-4576-b0a8-456619ca5a8c" providerId="ADAL" clId="{FDDBFC5A-5EA9-5330-BEB8-433D7E3B4C4E}" dt="2025-11-04T13:22:17.371" v="6116" actId="20577"/>
          <ac:spMkLst>
            <pc:docMk/>
            <pc:sldMk cId="1452086509" sldId="311"/>
            <ac:spMk id="2" creationId="{EC0F17A6-D7FE-6F7B-E4C1-4B74835DEE81}"/>
          </ac:spMkLst>
        </pc:spChg>
        <pc:spChg chg="mod">
          <ac:chgData name="Riccardo Berta" userId="c8694f89-bba4-4576-b0a8-456619ca5a8c" providerId="ADAL" clId="{FDDBFC5A-5EA9-5330-BEB8-433D7E3B4C4E}" dt="2025-11-04T13:40:01.478" v="6409" actId="20577"/>
          <ac:spMkLst>
            <pc:docMk/>
            <pc:sldMk cId="1452086509" sldId="311"/>
            <ac:spMk id="3" creationId="{4D3DA23F-B3B5-9482-C057-3E91DA87E3B5}"/>
          </ac:spMkLst>
        </pc:spChg>
        <pc:picChg chg="add mod">
          <ac:chgData name="Riccardo Berta" userId="c8694f89-bba4-4576-b0a8-456619ca5a8c" providerId="ADAL" clId="{FDDBFC5A-5EA9-5330-BEB8-433D7E3B4C4E}" dt="2025-11-04T13:39:39.851" v="6382" actId="1076"/>
          <ac:picMkLst>
            <pc:docMk/>
            <pc:sldMk cId="1452086509" sldId="311"/>
            <ac:picMk id="5" creationId="{497FE67C-E0B4-3153-8C3F-D047D009FC07}"/>
          </ac:picMkLst>
        </pc:picChg>
        <pc:picChg chg="add mod">
          <ac:chgData name="Riccardo Berta" userId="c8694f89-bba4-4576-b0a8-456619ca5a8c" providerId="ADAL" clId="{FDDBFC5A-5EA9-5330-BEB8-433D7E3B4C4E}" dt="2025-11-04T13:38:46.980" v="6369" actId="1076"/>
          <ac:picMkLst>
            <pc:docMk/>
            <pc:sldMk cId="1452086509" sldId="311"/>
            <ac:picMk id="7" creationId="{74AB1E80-7C65-EB0B-6BBC-07A6F0D85B09}"/>
          </ac:picMkLst>
        </pc:picChg>
        <pc:picChg chg="add mod">
          <ac:chgData name="Riccardo Berta" userId="c8694f89-bba4-4576-b0a8-456619ca5a8c" providerId="ADAL" clId="{FDDBFC5A-5EA9-5330-BEB8-433D7E3B4C4E}" dt="2025-11-04T13:39:59.554" v="6407" actId="1076"/>
          <ac:picMkLst>
            <pc:docMk/>
            <pc:sldMk cId="1452086509" sldId="311"/>
            <ac:picMk id="9" creationId="{C2BA343E-CA14-CBFC-059D-55FFC76C19D0}"/>
          </ac:picMkLst>
        </pc:picChg>
      </pc:sldChg>
      <pc:sldChg chg="modSp add mod">
        <pc:chgData name="Riccardo Berta" userId="c8694f89-bba4-4576-b0a8-456619ca5a8c" providerId="ADAL" clId="{FDDBFC5A-5EA9-5330-BEB8-433D7E3B4C4E}" dt="2025-11-04T13:45:47.042" v="6563" actId="113"/>
        <pc:sldMkLst>
          <pc:docMk/>
          <pc:sldMk cId="145029834" sldId="312"/>
        </pc:sldMkLst>
        <pc:spChg chg="mod">
          <ac:chgData name="Riccardo Berta" userId="c8694f89-bba4-4576-b0a8-456619ca5a8c" providerId="ADAL" clId="{FDDBFC5A-5EA9-5330-BEB8-433D7E3B4C4E}" dt="2025-11-04T13:40:15.687" v="6414" actId="20577"/>
          <ac:spMkLst>
            <pc:docMk/>
            <pc:sldMk cId="145029834" sldId="312"/>
            <ac:spMk id="2" creationId="{E5DF93C1-BD6E-C626-422B-C87D1E7ADAC2}"/>
          </ac:spMkLst>
        </pc:spChg>
        <pc:spChg chg="mod">
          <ac:chgData name="Riccardo Berta" userId="c8694f89-bba4-4576-b0a8-456619ca5a8c" providerId="ADAL" clId="{FDDBFC5A-5EA9-5330-BEB8-433D7E3B4C4E}" dt="2025-11-04T13:45:47.042" v="6563" actId="113"/>
          <ac:spMkLst>
            <pc:docMk/>
            <pc:sldMk cId="145029834" sldId="312"/>
            <ac:spMk id="3" creationId="{219330D9-6CD9-BB14-21DA-0C37A7F4B1A9}"/>
          </ac:spMkLst>
        </pc:spChg>
      </pc:sldChg>
      <pc:sldChg chg="addSp modSp add mod">
        <pc:chgData name="Riccardo Berta" userId="c8694f89-bba4-4576-b0a8-456619ca5a8c" providerId="ADAL" clId="{FDDBFC5A-5EA9-5330-BEB8-433D7E3B4C4E}" dt="2025-11-04T13:54:59.055" v="6818" actId="1035"/>
        <pc:sldMkLst>
          <pc:docMk/>
          <pc:sldMk cId="2742093724" sldId="313"/>
        </pc:sldMkLst>
        <pc:spChg chg="mod">
          <ac:chgData name="Riccardo Berta" userId="c8694f89-bba4-4576-b0a8-456619ca5a8c" providerId="ADAL" clId="{FDDBFC5A-5EA9-5330-BEB8-433D7E3B4C4E}" dt="2025-11-04T13:40:31.008" v="6416"/>
          <ac:spMkLst>
            <pc:docMk/>
            <pc:sldMk cId="2742093724" sldId="313"/>
            <ac:spMk id="2" creationId="{54A7953A-CA0C-6DDC-51EE-8F754E27F352}"/>
          </ac:spMkLst>
        </pc:spChg>
        <pc:spChg chg="mod">
          <ac:chgData name="Riccardo Berta" userId="c8694f89-bba4-4576-b0a8-456619ca5a8c" providerId="ADAL" clId="{FDDBFC5A-5EA9-5330-BEB8-433D7E3B4C4E}" dt="2025-11-04T13:54:57.376" v="6816" actId="404"/>
          <ac:spMkLst>
            <pc:docMk/>
            <pc:sldMk cId="2742093724" sldId="313"/>
            <ac:spMk id="3" creationId="{CD786112-B5C6-272B-2313-7850C38CDF18}"/>
          </ac:spMkLst>
        </pc:spChg>
        <pc:picChg chg="add mod">
          <ac:chgData name="Riccardo Berta" userId="c8694f89-bba4-4576-b0a8-456619ca5a8c" providerId="ADAL" clId="{FDDBFC5A-5EA9-5330-BEB8-433D7E3B4C4E}" dt="2025-11-04T13:54:59.055" v="6818" actId="1035"/>
          <ac:picMkLst>
            <pc:docMk/>
            <pc:sldMk cId="2742093724" sldId="313"/>
            <ac:picMk id="5" creationId="{709F0295-CF37-350E-BD04-75E998BB92CC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4:02:38.017" v="6946" actId="404"/>
        <pc:sldMkLst>
          <pc:docMk/>
          <pc:sldMk cId="3154462038" sldId="314"/>
        </pc:sldMkLst>
        <pc:spChg chg="mod">
          <ac:chgData name="Riccardo Berta" userId="c8694f89-bba4-4576-b0a8-456619ca5a8c" providerId="ADAL" clId="{FDDBFC5A-5EA9-5330-BEB8-433D7E3B4C4E}" dt="2025-11-04T13:55:12.683" v="6819"/>
          <ac:spMkLst>
            <pc:docMk/>
            <pc:sldMk cId="3154462038" sldId="314"/>
            <ac:spMk id="2" creationId="{6694A3AE-EF43-CFF0-4F08-2E0EE0D962D7}"/>
          </ac:spMkLst>
        </pc:spChg>
        <pc:spChg chg="mod">
          <ac:chgData name="Riccardo Berta" userId="c8694f89-bba4-4576-b0a8-456619ca5a8c" providerId="ADAL" clId="{FDDBFC5A-5EA9-5330-BEB8-433D7E3B4C4E}" dt="2025-11-04T14:02:38.017" v="6946" actId="404"/>
          <ac:spMkLst>
            <pc:docMk/>
            <pc:sldMk cId="3154462038" sldId="314"/>
            <ac:spMk id="3" creationId="{1382CB9A-D4D6-4030-4742-CF43731E4A5B}"/>
          </ac:spMkLst>
        </pc:spChg>
        <pc:picChg chg="add mod">
          <ac:chgData name="Riccardo Berta" userId="c8694f89-bba4-4576-b0a8-456619ca5a8c" providerId="ADAL" clId="{FDDBFC5A-5EA9-5330-BEB8-433D7E3B4C4E}" dt="2025-11-04T13:58:35.156" v="6874" actId="14100"/>
          <ac:picMkLst>
            <pc:docMk/>
            <pc:sldMk cId="3154462038" sldId="314"/>
            <ac:picMk id="5" creationId="{AF8950BC-C48F-AD5F-368D-1D0B81E2577F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4:47:06.466" v="7781" actId="1076"/>
        <pc:sldMkLst>
          <pc:docMk/>
          <pc:sldMk cId="1243237745" sldId="315"/>
        </pc:sldMkLst>
        <pc:spChg chg="mod">
          <ac:chgData name="Riccardo Berta" userId="c8694f89-bba4-4576-b0a8-456619ca5a8c" providerId="ADAL" clId="{FDDBFC5A-5EA9-5330-BEB8-433D7E3B4C4E}" dt="2025-11-04T14:43:01.068" v="7689"/>
          <ac:spMkLst>
            <pc:docMk/>
            <pc:sldMk cId="1243237745" sldId="315"/>
            <ac:spMk id="2" creationId="{393479B7-CC30-1621-167A-AA52754546F8}"/>
          </ac:spMkLst>
        </pc:spChg>
        <pc:spChg chg="mod">
          <ac:chgData name="Riccardo Berta" userId="c8694f89-bba4-4576-b0a8-456619ca5a8c" providerId="ADAL" clId="{FDDBFC5A-5EA9-5330-BEB8-433D7E3B4C4E}" dt="2025-11-04T14:47:01.651" v="7778" actId="1036"/>
          <ac:spMkLst>
            <pc:docMk/>
            <pc:sldMk cId="1243237745" sldId="315"/>
            <ac:spMk id="3" creationId="{2F11F5A8-C704-B256-CB40-71906E899316}"/>
          </ac:spMkLst>
        </pc:spChg>
        <pc:picChg chg="del">
          <ac:chgData name="Riccardo Berta" userId="c8694f89-bba4-4576-b0a8-456619ca5a8c" providerId="ADAL" clId="{FDDBFC5A-5EA9-5330-BEB8-433D7E3B4C4E}" dt="2025-11-04T14:42:46.248" v="7678" actId="478"/>
          <ac:picMkLst>
            <pc:docMk/>
            <pc:sldMk cId="1243237745" sldId="315"/>
            <ac:picMk id="5" creationId="{824A7C9B-D088-6FB2-6DE7-E31DB7798695}"/>
          </ac:picMkLst>
        </pc:picChg>
        <pc:picChg chg="add mod">
          <ac:chgData name="Riccardo Berta" userId="c8694f89-bba4-4576-b0a8-456619ca5a8c" providerId="ADAL" clId="{FDDBFC5A-5EA9-5330-BEB8-433D7E3B4C4E}" dt="2025-11-04T14:47:01.651" v="7778" actId="1036"/>
          <ac:picMkLst>
            <pc:docMk/>
            <pc:sldMk cId="1243237745" sldId="315"/>
            <ac:picMk id="6" creationId="{166755B9-3F31-5D52-2FB8-3C2DC52AAC9E}"/>
          </ac:picMkLst>
        </pc:picChg>
        <pc:picChg chg="del">
          <ac:chgData name="Riccardo Berta" userId="c8694f89-bba4-4576-b0a8-456619ca5a8c" providerId="ADAL" clId="{FDDBFC5A-5EA9-5330-BEB8-433D7E3B4C4E}" dt="2025-11-04T14:42:45.623" v="7677" actId="478"/>
          <ac:picMkLst>
            <pc:docMk/>
            <pc:sldMk cId="1243237745" sldId="315"/>
            <ac:picMk id="7" creationId="{78D2C697-8013-54D4-75E3-8B0BD5D2B3BF}"/>
          </ac:picMkLst>
        </pc:picChg>
        <pc:picChg chg="del">
          <ac:chgData name="Riccardo Berta" userId="c8694f89-bba4-4576-b0a8-456619ca5a8c" providerId="ADAL" clId="{FDDBFC5A-5EA9-5330-BEB8-433D7E3B4C4E}" dt="2025-11-04T14:42:45.004" v="7676" actId="478"/>
          <ac:picMkLst>
            <pc:docMk/>
            <pc:sldMk cId="1243237745" sldId="315"/>
            <ac:picMk id="9" creationId="{30CB6960-07E3-B939-36C3-3EEAC0C3FF70}"/>
          </ac:picMkLst>
        </pc:picChg>
        <pc:picChg chg="add mod">
          <ac:chgData name="Riccardo Berta" userId="c8694f89-bba4-4576-b0a8-456619ca5a8c" providerId="ADAL" clId="{FDDBFC5A-5EA9-5330-BEB8-433D7E3B4C4E}" dt="2025-11-04T14:47:01.651" v="7778" actId="1036"/>
          <ac:picMkLst>
            <pc:docMk/>
            <pc:sldMk cId="1243237745" sldId="315"/>
            <ac:picMk id="10" creationId="{99B67C9E-F2E2-10D1-152E-939C54C60422}"/>
          </ac:picMkLst>
        </pc:picChg>
        <pc:picChg chg="add del mod">
          <ac:chgData name="Riccardo Berta" userId="c8694f89-bba4-4576-b0a8-456619ca5a8c" providerId="ADAL" clId="{FDDBFC5A-5EA9-5330-BEB8-433D7E3B4C4E}" dt="2025-11-04T14:47:06.466" v="7781" actId="1076"/>
          <ac:picMkLst>
            <pc:docMk/>
            <pc:sldMk cId="1243237745" sldId="315"/>
            <ac:picMk id="12" creationId="{0EDEA526-6BE9-829F-16C8-8CB60DC48100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4:50:31.170" v="7866" actId="1036"/>
        <pc:sldMkLst>
          <pc:docMk/>
          <pc:sldMk cId="2432511175" sldId="316"/>
        </pc:sldMkLst>
        <pc:spChg chg="mod">
          <ac:chgData name="Riccardo Berta" userId="c8694f89-bba4-4576-b0a8-456619ca5a8c" providerId="ADAL" clId="{FDDBFC5A-5EA9-5330-BEB8-433D7E3B4C4E}" dt="2025-11-04T14:50:15.702" v="7849" actId="20577"/>
          <ac:spMkLst>
            <pc:docMk/>
            <pc:sldMk cId="2432511175" sldId="316"/>
            <ac:spMk id="2" creationId="{D36B101C-C1D1-BEE2-694F-9879BB69248D}"/>
          </ac:spMkLst>
        </pc:spChg>
        <pc:spChg chg="mod">
          <ac:chgData name="Riccardo Berta" userId="c8694f89-bba4-4576-b0a8-456619ca5a8c" providerId="ADAL" clId="{FDDBFC5A-5EA9-5330-BEB8-433D7E3B4C4E}" dt="2025-11-04T14:50:22.477" v="7851" actId="20577"/>
          <ac:spMkLst>
            <pc:docMk/>
            <pc:sldMk cId="2432511175" sldId="316"/>
            <ac:spMk id="3" creationId="{FB8B14E0-AB0F-6894-A4AC-915DAF1095C8}"/>
          </ac:spMkLst>
        </pc:spChg>
        <pc:picChg chg="add mod">
          <ac:chgData name="Riccardo Berta" userId="c8694f89-bba4-4576-b0a8-456619ca5a8c" providerId="ADAL" clId="{FDDBFC5A-5EA9-5330-BEB8-433D7E3B4C4E}" dt="2025-11-04T14:48:14.384" v="7799" actId="14100"/>
          <ac:picMkLst>
            <pc:docMk/>
            <pc:sldMk cId="2432511175" sldId="316"/>
            <ac:picMk id="5" creationId="{6FE6F5ED-89A8-FDDE-D978-407DA8519145}"/>
          </ac:picMkLst>
        </pc:picChg>
        <pc:picChg chg="add mod">
          <ac:chgData name="Riccardo Berta" userId="c8694f89-bba4-4576-b0a8-456619ca5a8c" providerId="ADAL" clId="{FDDBFC5A-5EA9-5330-BEB8-433D7E3B4C4E}" dt="2025-11-04T14:50:24.248" v="7852" actId="1076"/>
          <ac:picMkLst>
            <pc:docMk/>
            <pc:sldMk cId="2432511175" sldId="316"/>
            <ac:picMk id="7" creationId="{DD7E15CA-9767-E621-AD26-21D1C9EB5E90}"/>
          </ac:picMkLst>
        </pc:picChg>
        <pc:picChg chg="add mod">
          <ac:chgData name="Riccardo Berta" userId="c8694f89-bba4-4576-b0a8-456619ca5a8c" providerId="ADAL" clId="{FDDBFC5A-5EA9-5330-BEB8-433D7E3B4C4E}" dt="2025-11-04T14:50:31.170" v="7866" actId="1036"/>
          <ac:picMkLst>
            <pc:docMk/>
            <pc:sldMk cId="2432511175" sldId="316"/>
            <ac:picMk id="9" creationId="{37474FFB-C649-B4CB-1F3C-D07021E91F4D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4:55:27.460" v="8003" actId="948"/>
        <pc:sldMkLst>
          <pc:docMk/>
          <pc:sldMk cId="1729243933" sldId="317"/>
        </pc:sldMkLst>
        <pc:spChg chg="mod">
          <ac:chgData name="Riccardo Berta" userId="c8694f89-bba4-4576-b0a8-456619ca5a8c" providerId="ADAL" clId="{FDDBFC5A-5EA9-5330-BEB8-433D7E3B4C4E}" dt="2025-11-04T14:54:34.505" v="7957" actId="20577"/>
          <ac:spMkLst>
            <pc:docMk/>
            <pc:sldMk cId="1729243933" sldId="317"/>
            <ac:spMk id="2" creationId="{1E5E70E2-D8FF-5C8C-B946-937786E0FB2C}"/>
          </ac:spMkLst>
        </pc:spChg>
        <pc:spChg chg="mod">
          <ac:chgData name="Riccardo Berta" userId="c8694f89-bba4-4576-b0a8-456619ca5a8c" providerId="ADAL" clId="{FDDBFC5A-5EA9-5330-BEB8-433D7E3B4C4E}" dt="2025-11-04T14:55:27.460" v="8003" actId="948"/>
          <ac:spMkLst>
            <pc:docMk/>
            <pc:sldMk cId="1729243933" sldId="317"/>
            <ac:spMk id="3" creationId="{3EA2855F-09E3-4B94-1E99-19676E8863BD}"/>
          </ac:spMkLst>
        </pc:spChg>
        <pc:picChg chg="add mod">
          <ac:chgData name="Riccardo Berta" userId="c8694f89-bba4-4576-b0a8-456619ca5a8c" providerId="ADAL" clId="{FDDBFC5A-5EA9-5330-BEB8-433D7E3B4C4E}" dt="2025-11-04T14:52:44.443" v="7932" actId="14100"/>
          <ac:picMkLst>
            <pc:docMk/>
            <pc:sldMk cId="1729243933" sldId="317"/>
            <ac:picMk id="5" creationId="{91BC5FBF-B2F5-E65A-9302-7615AA97C5DA}"/>
          </ac:picMkLst>
        </pc:picChg>
        <pc:picChg chg="add mod">
          <ac:chgData name="Riccardo Berta" userId="c8694f89-bba4-4576-b0a8-456619ca5a8c" providerId="ADAL" clId="{FDDBFC5A-5EA9-5330-BEB8-433D7E3B4C4E}" dt="2025-11-04T14:54:01.854" v="7955" actId="1036"/>
          <ac:picMkLst>
            <pc:docMk/>
            <pc:sldMk cId="1729243933" sldId="317"/>
            <ac:picMk id="7" creationId="{49CE9DC5-2892-669B-821E-B4A11F79E38F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4:58:18.576" v="8085" actId="14100"/>
        <pc:sldMkLst>
          <pc:docMk/>
          <pc:sldMk cId="2931121817" sldId="318"/>
        </pc:sldMkLst>
        <pc:spChg chg="mod">
          <ac:chgData name="Riccardo Berta" userId="c8694f89-bba4-4576-b0a8-456619ca5a8c" providerId="ADAL" clId="{FDDBFC5A-5EA9-5330-BEB8-433D7E3B4C4E}" dt="2025-11-04T14:54:39.115" v="7960" actId="20577"/>
          <ac:spMkLst>
            <pc:docMk/>
            <pc:sldMk cId="2931121817" sldId="318"/>
            <ac:spMk id="2" creationId="{46DB3B67-CBD3-4263-ADB0-FB5FB27556DD}"/>
          </ac:spMkLst>
        </pc:spChg>
        <pc:spChg chg="mod">
          <ac:chgData name="Riccardo Berta" userId="c8694f89-bba4-4576-b0a8-456619ca5a8c" providerId="ADAL" clId="{FDDBFC5A-5EA9-5330-BEB8-433D7E3B4C4E}" dt="2025-11-04T14:57:10.441" v="8066" actId="113"/>
          <ac:spMkLst>
            <pc:docMk/>
            <pc:sldMk cId="2931121817" sldId="318"/>
            <ac:spMk id="3" creationId="{1AE0077A-5E0A-5539-5B91-4682C34DF7AF}"/>
          </ac:spMkLst>
        </pc:spChg>
        <pc:picChg chg="add mod">
          <ac:chgData name="Riccardo Berta" userId="c8694f89-bba4-4576-b0a8-456619ca5a8c" providerId="ADAL" clId="{FDDBFC5A-5EA9-5330-BEB8-433D7E3B4C4E}" dt="2025-11-04T14:57:15.982" v="8069" actId="1076"/>
          <ac:picMkLst>
            <pc:docMk/>
            <pc:sldMk cId="2931121817" sldId="318"/>
            <ac:picMk id="5" creationId="{9082388F-B631-CED8-F40B-57C78BAA823B}"/>
          </ac:picMkLst>
        </pc:picChg>
        <pc:picChg chg="add mod">
          <ac:chgData name="Riccardo Berta" userId="c8694f89-bba4-4576-b0a8-456619ca5a8c" providerId="ADAL" clId="{FDDBFC5A-5EA9-5330-BEB8-433D7E3B4C4E}" dt="2025-11-04T14:57:32.343" v="8075" actId="1076"/>
          <ac:picMkLst>
            <pc:docMk/>
            <pc:sldMk cId="2931121817" sldId="318"/>
            <ac:picMk id="7" creationId="{B3784FF9-BC56-ABEE-E123-F3EF3DED2E1A}"/>
          </ac:picMkLst>
        </pc:picChg>
        <pc:picChg chg="add mod">
          <ac:chgData name="Riccardo Berta" userId="c8694f89-bba4-4576-b0a8-456619ca5a8c" providerId="ADAL" clId="{FDDBFC5A-5EA9-5330-BEB8-433D7E3B4C4E}" dt="2025-11-04T14:58:04.673" v="8080" actId="14100"/>
          <ac:picMkLst>
            <pc:docMk/>
            <pc:sldMk cId="2931121817" sldId="318"/>
            <ac:picMk id="9" creationId="{6A9FBFE8-6FCB-B583-8F64-86173858FFF0}"/>
          </ac:picMkLst>
        </pc:picChg>
        <pc:picChg chg="add mod">
          <ac:chgData name="Riccardo Berta" userId="c8694f89-bba4-4576-b0a8-456619ca5a8c" providerId="ADAL" clId="{FDDBFC5A-5EA9-5330-BEB8-433D7E3B4C4E}" dt="2025-11-04T14:58:18.576" v="8085" actId="14100"/>
          <ac:picMkLst>
            <pc:docMk/>
            <pc:sldMk cId="2931121817" sldId="318"/>
            <ac:picMk id="11" creationId="{F9E64BD4-8922-C74D-3432-EF2727EA015D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5:00:16.866" v="8113" actId="1076"/>
        <pc:sldMkLst>
          <pc:docMk/>
          <pc:sldMk cId="4237543903" sldId="319"/>
        </pc:sldMkLst>
        <pc:spChg chg="mod">
          <ac:chgData name="Riccardo Berta" userId="c8694f89-bba4-4576-b0a8-456619ca5a8c" providerId="ADAL" clId="{FDDBFC5A-5EA9-5330-BEB8-433D7E3B4C4E}" dt="2025-11-04T14:58:40.138" v="8086"/>
          <ac:spMkLst>
            <pc:docMk/>
            <pc:sldMk cId="4237543903" sldId="319"/>
            <ac:spMk id="2" creationId="{F57AAE56-1480-A5EE-EFA4-27E61FECEF35}"/>
          </ac:spMkLst>
        </pc:spChg>
        <pc:spChg chg="mod">
          <ac:chgData name="Riccardo Berta" userId="c8694f89-bba4-4576-b0a8-456619ca5a8c" providerId="ADAL" clId="{FDDBFC5A-5EA9-5330-BEB8-433D7E3B4C4E}" dt="2025-11-04T14:59:30.620" v="8106" actId="20577"/>
          <ac:spMkLst>
            <pc:docMk/>
            <pc:sldMk cId="4237543903" sldId="319"/>
            <ac:spMk id="3" creationId="{8ABDEA2E-3CFA-229D-9069-AC4BE0F09BBA}"/>
          </ac:spMkLst>
        </pc:spChg>
        <pc:picChg chg="add mod">
          <ac:chgData name="Riccardo Berta" userId="c8694f89-bba4-4576-b0a8-456619ca5a8c" providerId="ADAL" clId="{FDDBFC5A-5EA9-5330-BEB8-433D7E3B4C4E}" dt="2025-11-04T14:59:34.850" v="8107" actId="1076"/>
          <ac:picMkLst>
            <pc:docMk/>
            <pc:sldMk cId="4237543903" sldId="319"/>
            <ac:picMk id="5" creationId="{0A4295A5-CFA8-2A2F-7FC4-B70ED2F969AF}"/>
          </ac:picMkLst>
        </pc:picChg>
        <pc:picChg chg="add mod">
          <ac:chgData name="Riccardo Berta" userId="c8694f89-bba4-4576-b0a8-456619ca5a8c" providerId="ADAL" clId="{FDDBFC5A-5EA9-5330-BEB8-433D7E3B4C4E}" dt="2025-11-04T15:00:16.866" v="8113" actId="1076"/>
          <ac:picMkLst>
            <pc:docMk/>
            <pc:sldMk cId="4237543903" sldId="319"/>
            <ac:picMk id="7" creationId="{BD28CEDF-AE7C-B0DA-74F1-51FE4F1997DA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5:07:44.016" v="8180" actId="20577"/>
        <pc:sldMkLst>
          <pc:docMk/>
          <pc:sldMk cId="1738148021" sldId="320"/>
        </pc:sldMkLst>
        <pc:spChg chg="mod">
          <ac:chgData name="Riccardo Berta" userId="c8694f89-bba4-4576-b0a8-456619ca5a8c" providerId="ADAL" clId="{FDDBFC5A-5EA9-5330-BEB8-433D7E3B4C4E}" dt="2025-11-04T15:07:44.016" v="8180" actId="20577"/>
          <ac:spMkLst>
            <pc:docMk/>
            <pc:sldMk cId="1738148021" sldId="320"/>
            <ac:spMk id="2" creationId="{6EE8370E-38F4-4BC5-7763-7F65A3BCCABF}"/>
          </ac:spMkLst>
        </pc:spChg>
        <pc:spChg chg="mod">
          <ac:chgData name="Riccardo Berta" userId="c8694f89-bba4-4576-b0a8-456619ca5a8c" providerId="ADAL" clId="{FDDBFC5A-5EA9-5330-BEB8-433D7E3B4C4E}" dt="2025-11-04T15:06:29.587" v="8165" actId="20577"/>
          <ac:spMkLst>
            <pc:docMk/>
            <pc:sldMk cId="1738148021" sldId="320"/>
            <ac:spMk id="3" creationId="{DACA02EC-D1D0-52DF-ED91-915C97233287}"/>
          </ac:spMkLst>
        </pc:spChg>
        <pc:picChg chg="add mod">
          <ac:chgData name="Riccardo Berta" userId="c8694f89-bba4-4576-b0a8-456619ca5a8c" providerId="ADAL" clId="{FDDBFC5A-5EA9-5330-BEB8-433D7E3B4C4E}" dt="2025-11-04T15:07:39.996" v="8176" actId="1076"/>
          <ac:picMkLst>
            <pc:docMk/>
            <pc:sldMk cId="1738148021" sldId="320"/>
            <ac:picMk id="5" creationId="{1360A552-76E3-EDE1-425E-7CD87B4DDCF8}"/>
          </ac:picMkLst>
        </pc:picChg>
        <pc:picChg chg="add mod">
          <ac:chgData name="Riccardo Berta" userId="c8694f89-bba4-4576-b0a8-456619ca5a8c" providerId="ADAL" clId="{FDDBFC5A-5EA9-5330-BEB8-433D7E3B4C4E}" dt="2025-11-04T15:07:17.126" v="8171" actId="1076"/>
          <ac:picMkLst>
            <pc:docMk/>
            <pc:sldMk cId="1738148021" sldId="320"/>
            <ac:picMk id="7" creationId="{B30ACC7E-6B93-24B1-A3C5-78A9A43EFB2D}"/>
          </ac:picMkLst>
        </pc:picChg>
      </pc:sldChg>
      <pc:sldChg chg="addSp delSp modSp add del mod">
        <pc:chgData name="Riccardo Berta" userId="c8694f89-bba4-4576-b0a8-456619ca5a8c" providerId="ADAL" clId="{FDDBFC5A-5EA9-5330-BEB8-433D7E3B4C4E}" dt="2025-11-04T15:10:32.640" v="8237" actId="2696"/>
        <pc:sldMkLst>
          <pc:docMk/>
          <pc:sldMk cId="2249301040" sldId="321"/>
        </pc:sldMkLst>
        <pc:spChg chg="mod">
          <ac:chgData name="Riccardo Berta" userId="c8694f89-bba4-4576-b0a8-456619ca5a8c" providerId="ADAL" clId="{FDDBFC5A-5EA9-5330-BEB8-433D7E3B4C4E}" dt="2025-11-04T15:07:49.759" v="8183" actId="20577"/>
          <ac:spMkLst>
            <pc:docMk/>
            <pc:sldMk cId="2249301040" sldId="321"/>
            <ac:spMk id="2" creationId="{0C829F6B-2F70-A3E7-7442-E830013AC660}"/>
          </ac:spMkLst>
        </pc:spChg>
        <pc:spChg chg="del mod">
          <ac:chgData name="Riccardo Berta" userId="c8694f89-bba4-4576-b0a8-456619ca5a8c" providerId="ADAL" clId="{FDDBFC5A-5EA9-5330-BEB8-433D7E3B4C4E}" dt="2025-11-04T15:08:04.432" v="8187" actId="478"/>
          <ac:spMkLst>
            <pc:docMk/>
            <pc:sldMk cId="2249301040" sldId="321"/>
            <ac:spMk id="3" creationId="{1DD8ACD6-B4F6-E2B4-E61E-828634912DC6}"/>
          </ac:spMkLst>
        </pc:spChg>
        <pc:spChg chg="add del mod">
          <ac:chgData name="Riccardo Berta" userId="c8694f89-bba4-4576-b0a8-456619ca5a8c" providerId="ADAL" clId="{FDDBFC5A-5EA9-5330-BEB8-433D7E3B4C4E}" dt="2025-11-04T15:08:06.027" v="8188" actId="478"/>
          <ac:spMkLst>
            <pc:docMk/>
            <pc:sldMk cId="2249301040" sldId="321"/>
            <ac:spMk id="7" creationId="{16A49267-EBF7-3192-1C93-089A82F4522F}"/>
          </ac:spMkLst>
        </pc:spChg>
        <pc:picChg chg="add mod">
          <ac:chgData name="Riccardo Berta" userId="c8694f89-bba4-4576-b0a8-456619ca5a8c" providerId="ADAL" clId="{FDDBFC5A-5EA9-5330-BEB8-433D7E3B4C4E}" dt="2025-11-04T15:08:12.063" v="8191" actId="1076"/>
          <ac:picMkLst>
            <pc:docMk/>
            <pc:sldMk cId="2249301040" sldId="321"/>
            <ac:picMk id="5" creationId="{2BC7C601-E377-8CBE-B916-DC9877E922D6}"/>
          </ac:picMkLst>
        </pc:picChg>
        <pc:picChg chg="add mod">
          <ac:chgData name="Riccardo Berta" userId="c8694f89-bba4-4576-b0a8-456619ca5a8c" providerId="ADAL" clId="{FDDBFC5A-5EA9-5330-BEB8-433D7E3B4C4E}" dt="2025-11-04T15:08:57.916" v="8203" actId="1076"/>
          <ac:picMkLst>
            <pc:docMk/>
            <pc:sldMk cId="2249301040" sldId="321"/>
            <ac:picMk id="9" creationId="{50244EEA-7DEE-5236-00DB-0E9FCAAEB6B6}"/>
          </ac:picMkLst>
        </pc:picChg>
        <pc:picChg chg="add mod">
          <ac:chgData name="Riccardo Berta" userId="c8694f89-bba4-4576-b0a8-456619ca5a8c" providerId="ADAL" clId="{FDDBFC5A-5EA9-5330-BEB8-433D7E3B4C4E}" dt="2025-11-04T15:09:00.538" v="8204" actId="1076"/>
          <ac:picMkLst>
            <pc:docMk/>
            <pc:sldMk cId="2249301040" sldId="321"/>
            <ac:picMk id="11" creationId="{BAC38923-7CE6-145B-8746-2DBC10C27269}"/>
          </ac:picMkLst>
        </pc:picChg>
        <pc:picChg chg="add del mod">
          <ac:chgData name="Riccardo Berta" userId="c8694f89-bba4-4576-b0a8-456619ca5a8c" providerId="ADAL" clId="{FDDBFC5A-5EA9-5330-BEB8-433D7E3B4C4E}" dt="2025-11-04T15:09:37.620" v="8211" actId="478"/>
          <ac:picMkLst>
            <pc:docMk/>
            <pc:sldMk cId="2249301040" sldId="321"/>
            <ac:picMk id="13" creationId="{F2F5C035-B6B7-6C59-954D-ECECA894B3AA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5:12:27.453" v="8295" actId="20577"/>
        <pc:sldMkLst>
          <pc:docMk/>
          <pc:sldMk cId="2105804433" sldId="322"/>
        </pc:sldMkLst>
        <pc:spChg chg="mod">
          <ac:chgData name="Riccardo Berta" userId="c8694f89-bba4-4576-b0a8-456619ca5a8c" providerId="ADAL" clId="{FDDBFC5A-5EA9-5330-BEB8-433D7E3B4C4E}" dt="2025-11-04T15:12:27.453" v="8295" actId="20577"/>
          <ac:spMkLst>
            <pc:docMk/>
            <pc:sldMk cId="2105804433" sldId="322"/>
            <ac:spMk id="2" creationId="{02B04CF4-7CD0-AE51-1D5F-7CEFA7BB2ECB}"/>
          </ac:spMkLst>
        </pc:spChg>
        <pc:spChg chg="mod">
          <ac:chgData name="Riccardo Berta" userId="c8694f89-bba4-4576-b0a8-456619ca5a8c" providerId="ADAL" clId="{FDDBFC5A-5EA9-5330-BEB8-433D7E3B4C4E}" dt="2025-11-04T15:11:55.037" v="8288" actId="20577"/>
          <ac:spMkLst>
            <pc:docMk/>
            <pc:sldMk cId="2105804433" sldId="322"/>
            <ac:spMk id="3" creationId="{E110F0DC-CC5F-6280-1FD0-77F05098DFF1}"/>
          </ac:spMkLst>
        </pc:spChg>
        <pc:picChg chg="add mod">
          <ac:chgData name="Riccardo Berta" userId="c8694f89-bba4-4576-b0a8-456619ca5a8c" providerId="ADAL" clId="{FDDBFC5A-5EA9-5330-BEB8-433D7E3B4C4E}" dt="2025-11-04T15:10:40.853" v="8240" actId="14100"/>
          <ac:picMkLst>
            <pc:docMk/>
            <pc:sldMk cId="2105804433" sldId="322"/>
            <ac:picMk id="4" creationId="{750B64F0-5F26-64FD-895B-0B75CB5A2BDE}"/>
          </ac:picMkLst>
        </pc:picChg>
        <pc:picChg chg="add mod">
          <ac:chgData name="Riccardo Berta" userId="c8694f89-bba4-4576-b0a8-456619ca5a8c" providerId="ADAL" clId="{FDDBFC5A-5EA9-5330-BEB8-433D7E3B4C4E}" dt="2025-11-04T15:11:05.657" v="8253" actId="1038"/>
          <ac:picMkLst>
            <pc:docMk/>
            <pc:sldMk cId="2105804433" sldId="322"/>
            <ac:picMk id="5" creationId="{D5C131D1-6328-89E6-5F88-768198B4923B}"/>
          </ac:picMkLst>
        </pc:picChg>
        <pc:picChg chg="add mod">
          <ac:chgData name="Riccardo Berta" userId="c8694f89-bba4-4576-b0a8-456619ca5a8c" providerId="ADAL" clId="{FDDBFC5A-5EA9-5330-BEB8-433D7E3B4C4E}" dt="2025-11-04T15:11:09.335" v="8269" actId="1038"/>
          <ac:picMkLst>
            <pc:docMk/>
            <pc:sldMk cId="2105804433" sldId="322"/>
            <ac:picMk id="6" creationId="{6C7F5D73-0BAC-CF84-3CEF-248D58A63469}"/>
          </ac:picMkLst>
        </pc:picChg>
        <pc:picChg chg="add mod">
          <ac:chgData name="Riccardo Berta" userId="c8694f89-bba4-4576-b0a8-456619ca5a8c" providerId="ADAL" clId="{FDDBFC5A-5EA9-5330-BEB8-433D7E3B4C4E}" dt="2025-11-04T15:12:18.453" v="8291" actId="14100"/>
          <ac:picMkLst>
            <pc:docMk/>
            <pc:sldMk cId="2105804433" sldId="322"/>
            <ac:picMk id="8" creationId="{1E4B9EF7-9C88-9F2B-0562-AC0F5EFDB707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5:19:27.829" v="8417" actId="1076"/>
        <pc:sldMkLst>
          <pc:docMk/>
          <pc:sldMk cId="1350616190" sldId="323"/>
        </pc:sldMkLst>
        <pc:spChg chg="mod">
          <ac:chgData name="Riccardo Berta" userId="c8694f89-bba4-4576-b0a8-456619ca5a8c" providerId="ADAL" clId="{FDDBFC5A-5EA9-5330-BEB8-433D7E3B4C4E}" dt="2025-11-04T15:12:32.607" v="8298" actId="20577"/>
          <ac:spMkLst>
            <pc:docMk/>
            <pc:sldMk cId="1350616190" sldId="323"/>
            <ac:spMk id="2" creationId="{629A4F9C-BF7D-CDA0-92E1-585145C4BDF1}"/>
          </ac:spMkLst>
        </pc:spChg>
        <pc:spChg chg="mod">
          <ac:chgData name="Riccardo Berta" userId="c8694f89-bba4-4576-b0a8-456619ca5a8c" providerId="ADAL" clId="{FDDBFC5A-5EA9-5330-BEB8-433D7E3B4C4E}" dt="2025-11-04T15:19:25.559" v="8416" actId="1076"/>
          <ac:spMkLst>
            <pc:docMk/>
            <pc:sldMk cId="1350616190" sldId="323"/>
            <ac:spMk id="3" creationId="{8D7066B4-0C3A-6E0A-8FFB-88C74AAA8839}"/>
          </ac:spMkLst>
        </pc:spChg>
        <pc:picChg chg="add del mod">
          <ac:chgData name="Riccardo Berta" userId="c8694f89-bba4-4576-b0a8-456619ca5a8c" providerId="ADAL" clId="{FDDBFC5A-5EA9-5330-BEB8-433D7E3B4C4E}" dt="2025-11-04T15:13:23.040" v="8301" actId="478"/>
          <ac:picMkLst>
            <pc:docMk/>
            <pc:sldMk cId="1350616190" sldId="323"/>
            <ac:picMk id="5" creationId="{E2B2DE6E-C3C4-2732-898D-409DDB16CECC}"/>
          </ac:picMkLst>
        </pc:picChg>
        <pc:picChg chg="add mod">
          <ac:chgData name="Riccardo Berta" userId="c8694f89-bba4-4576-b0a8-456619ca5a8c" providerId="ADAL" clId="{FDDBFC5A-5EA9-5330-BEB8-433D7E3B4C4E}" dt="2025-11-04T15:19:27.829" v="8417" actId="1076"/>
          <ac:picMkLst>
            <pc:docMk/>
            <pc:sldMk cId="1350616190" sldId="323"/>
            <ac:picMk id="7" creationId="{98A476BB-9428-1E3A-06AE-CE7CF6CE954B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5:17:29.384" v="8385" actId="1076"/>
        <pc:sldMkLst>
          <pc:docMk/>
          <pc:sldMk cId="2083114547" sldId="324"/>
        </pc:sldMkLst>
        <pc:spChg chg="mod">
          <ac:chgData name="Riccardo Berta" userId="c8694f89-bba4-4576-b0a8-456619ca5a8c" providerId="ADAL" clId="{FDDBFC5A-5EA9-5330-BEB8-433D7E3B4C4E}" dt="2025-11-04T15:16:52.457" v="8379" actId="20577"/>
          <ac:spMkLst>
            <pc:docMk/>
            <pc:sldMk cId="2083114547" sldId="324"/>
            <ac:spMk id="2" creationId="{7DEDF712-237E-2A19-B3BC-938D916E6A07}"/>
          </ac:spMkLst>
        </pc:spChg>
        <pc:spChg chg="del">
          <ac:chgData name="Riccardo Berta" userId="c8694f89-bba4-4576-b0a8-456619ca5a8c" providerId="ADAL" clId="{FDDBFC5A-5EA9-5330-BEB8-433D7E3B4C4E}" dt="2025-11-04T15:17:13.099" v="8381" actId="478"/>
          <ac:spMkLst>
            <pc:docMk/>
            <pc:sldMk cId="2083114547" sldId="324"/>
            <ac:spMk id="3" creationId="{B868424B-A905-E615-1063-135E937258B6}"/>
          </ac:spMkLst>
        </pc:spChg>
        <pc:spChg chg="add del mod">
          <ac:chgData name="Riccardo Berta" userId="c8694f89-bba4-4576-b0a8-456619ca5a8c" providerId="ADAL" clId="{FDDBFC5A-5EA9-5330-BEB8-433D7E3B4C4E}" dt="2025-11-04T15:17:18.763" v="8382" actId="478"/>
          <ac:spMkLst>
            <pc:docMk/>
            <pc:sldMk cId="2083114547" sldId="324"/>
            <ac:spMk id="7" creationId="{330B07BC-1D38-58BC-E4FA-36E96F26914F}"/>
          </ac:spMkLst>
        </pc:spChg>
        <pc:picChg chg="add mod">
          <ac:chgData name="Riccardo Berta" userId="c8694f89-bba4-4576-b0a8-456619ca5a8c" providerId="ADAL" clId="{FDDBFC5A-5EA9-5330-BEB8-433D7E3B4C4E}" dt="2025-11-04T15:17:29.384" v="8385" actId="1076"/>
          <ac:picMkLst>
            <pc:docMk/>
            <pc:sldMk cId="2083114547" sldId="324"/>
            <ac:picMk id="5" creationId="{75CA1B97-CAF1-A09C-4561-04ABD0F5ECFB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5:29:23.117" v="8573" actId="14100"/>
        <pc:sldMkLst>
          <pc:docMk/>
          <pc:sldMk cId="3026967211" sldId="325"/>
        </pc:sldMkLst>
        <pc:spChg chg="mod">
          <ac:chgData name="Riccardo Berta" userId="c8694f89-bba4-4576-b0a8-456619ca5a8c" providerId="ADAL" clId="{FDDBFC5A-5EA9-5330-BEB8-433D7E3B4C4E}" dt="2025-11-04T15:17:41.202" v="8388" actId="20577"/>
          <ac:spMkLst>
            <pc:docMk/>
            <pc:sldMk cId="3026967211" sldId="325"/>
            <ac:spMk id="2" creationId="{585727A2-5054-DF96-4E2E-C484FF60693D}"/>
          </ac:spMkLst>
        </pc:spChg>
        <pc:spChg chg="mod">
          <ac:chgData name="Riccardo Berta" userId="c8694f89-bba4-4576-b0a8-456619ca5a8c" providerId="ADAL" clId="{FDDBFC5A-5EA9-5330-BEB8-433D7E3B4C4E}" dt="2025-11-04T15:29:02.354" v="8570" actId="404"/>
          <ac:spMkLst>
            <pc:docMk/>
            <pc:sldMk cId="3026967211" sldId="325"/>
            <ac:spMk id="3" creationId="{3F189862-135C-BC05-E021-A551BA52DC56}"/>
          </ac:spMkLst>
        </pc:spChg>
        <pc:picChg chg="add mod">
          <ac:chgData name="Riccardo Berta" userId="c8694f89-bba4-4576-b0a8-456619ca5a8c" providerId="ADAL" clId="{FDDBFC5A-5EA9-5330-BEB8-433D7E3B4C4E}" dt="2025-11-04T15:28:31.320" v="8548" actId="1076"/>
          <ac:picMkLst>
            <pc:docMk/>
            <pc:sldMk cId="3026967211" sldId="325"/>
            <ac:picMk id="5" creationId="{14EF04E3-44A9-4ECD-A81B-27F21E1D99F1}"/>
          </ac:picMkLst>
        </pc:picChg>
        <pc:picChg chg="add del mod">
          <ac:chgData name="Riccardo Berta" userId="c8694f89-bba4-4576-b0a8-456619ca5a8c" providerId="ADAL" clId="{FDDBFC5A-5EA9-5330-BEB8-433D7E3B4C4E}" dt="2025-11-04T15:27:12.438" v="8527" actId="478"/>
          <ac:picMkLst>
            <pc:docMk/>
            <pc:sldMk cId="3026967211" sldId="325"/>
            <ac:picMk id="7" creationId="{53E60535-8B31-11E8-B398-10BA22B02C8F}"/>
          </ac:picMkLst>
        </pc:picChg>
        <pc:picChg chg="add mod">
          <ac:chgData name="Riccardo Berta" userId="c8694f89-bba4-4576-b0a8-456619ca5a8c" providerId="ADAL" clId="{FDDBFC5A-5EA9-5330-BEB8-433D7E3B4C4E}" dt="2025-11-04T15:28:55.766" v="8566" actId="1076"/>
          <ac:picMkLst>
            <pc:docMk/>
            <pc:sldMk cId="3026967211" sldId="325"/>
            <ac:picMk id="9" creationId="{45841EC8-8BBA-E9FA-C676-75869F98DFF0}"/>
          </ac:picMkLst>
        </pc:picChg>
        <pc:picChg chg="add mod">
          <ac:chgData name="Riccardo Berta" userId="c8694f89-bba4-4576-b0a8-456619ca5a8c" providerId="ADAL" clId="{FDDBFC5A-5EA9-5330-BEB8-433D7E3B4C4E}" dt="2025-11-04T15:29:23.117" v="8573" actId="14100"/>
          <ac:picMkLst>
            <pc:docMk/>
            <pc:sldMk cId="3026967211" sldId="325"/>
            <ac:picMk id="11" creationId="{D9CEB68C-E7CD-91DA-CEA5-69CEEC2DE226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5:35:19.365" v="8771" actId="948"/>
        <pc:sldMkLst>
          <pc:docMk/>
          <pc:sldMk cId="2942093593" sldId="326"/>
        </pc:sldMkLst>
        <pc:spChg chg="mod">
          <ac:chgData name="Riccardo Berta" userId="c8694f89-bba4-4576-b0a8-456619ca5a8c" providerId="ADAL" clId="{FDDBFC5A-5EA9-5330-BEB8-433D7E3B4C4E}" dt="2025-11-04T15:30:24.724" v="8601" actId="20577"/>
          <ac:spMkLst>
            <pc:docMk/>
            <pc:sldMk cId="2942093593" sldId="326"/>
            <ac:spMk id="2" creationId="{D8CFFB95-F7D0-6AB2-6A81-AF88A319FCEF}"/>
          </ac:spMkLst>
        </pc:spChg>
        <pc:spChg chg="mod">
          <ac:chgData name="Riccardo Berta" userId="c8694f89-bba4-4576-b0a8-456619ca5a8c" providerId="ADAL" clId="{FDDBFC5A-5EA9-5330-BEB8-433D7E3B4C4E}" dt="2025-11-04T15:35:19.365" v="8771" actId="948"/>
          <ac:spMkLst>
            <pc:docMk/>
            <pc:sldMk cId="2942093593" sldId="326"/>
            <ac:spMk id="3" creationId="{670BC0F6-3E14-C7D3-D032-17A4BD20BF4B}"/>
          </ac:spMkLst>
        </pc:spChg>
        <pc:picChg chg="add mod">
          <ac:chgData name="Riccardo Berta" userId="c8694f89-bba4-4576-b0a8-456619ca5a8c" providerId="ADAL" clId="{FDDBFC5A-5EA9-5330-BEB8-433D7E3B4C4E}" dt="2025-11-04T15:33:20.758" v="8694" actId="1076"/>
          <ac:picMkLst>
            <pc:docMk/>
            <pc:sldMk cId="2942093593" sldId="326"/>
            <ac:picMk id="5" creationId="{9D94B5CC-2144-5A25-16AB-B89EA36230DA}"/>
          </ac:picMkLst>
        </pc:picChg>
        <pc:picChg chg="del">
          <ac:chgData name="Riccardo Berta" userId="c8694f89-bba4-4576-b0a8-456619ca5a8c" providerId="ADAL" clId="{FDDBFC5A-5EA9-5330-BEB8-433D7E3B4C4E}" dt="2025-11-04T15:29:46.845" v="8584" actId="478"/>
          <ac:picMkLst>
            <pc:docMk/>
            <pc:sldMk cId="2942093593" sldId="326"/>
            <ac:picMk id="7" creationId="{9E4134CE-E200-8A0E-B01D-01F81AACAB61}"/>
          </ac:picMkLst>
        </pc:picChg>
      </pc:sldChg>
      <pc:sldChg chg="addSp modSp add mod">
        <pc:chgData name="Riccardo Berta" userId="c8694f89-bba4-4576-b0a8-456619ca5a8c" providerId="ADAL" clId="{FDDBFC5A-5EA9-5330-BEB8-433D7E3B4C4E}" dt="2025-11-04T15:41:22.039" v="8919" actId="404"/>
        <pc:sldMkLst>
          <pc:docMk/>
          <pc:sldMk cId="4105368042" sldId="327"/>
        </pc:sldMkLst>
        <pc:spChg chg="mod">
          <ac:chgData name="Riccardo Berta" userId="c8694f89-bba4-4576-b0a8-456619ca5a8c" providerId="ADAL" clId="{FDDBFC5A-5EA9-5330-BEB8-433D7E3B4C4E}" dt="2025-11-04T15:35:28.393" v="8776" actId="20577"/>
          <ac:spMkLst>
            <pc:docMk/>
            <pc:sldMk cId="4105368042" sldId="327"/>
            <ac:spMk id="2" creationId="{C2BB1B0C-8059-DE9E-6E2E-797FA24FBB44}"/>
          </ac:spMkLst>
        </pc:spChg>
        <pc:spChg chg="mod">
          <ac:chgData name="Riccardo Berta" userId="c8694f89-bba4-4576-b0a8-456619ca5a8c" providerId="ADAL" clId="{FDDBFC5A-5EA9-5330-BEB8-433D7E3B4C4E}" dt="2025-11-04T15:41:22.039" v="8919" actId="404"/>
          <ac:spMkLst>
            <pc:docMk/>
            <pc:sldMk cId="4105368042" sldId="327"/>
            <ac:spMk id="3" creationId="{D52C0085-31D9-9CB4-CCDE-C4349901F9C2}"/>
          </ac:spMkLst>
        </pc:spChg>
        <pc:picChg chg="add mod">
          <ac:chgData name="Riccardo Berta" userId="c8694f89-bba4-4576-b0a8-456619ca5a8c" providerId="ADAL" clId="{FDDBFC5A-5EA9-5330-BEB8-433D7E3B4C4E}" dt="2025-11-04T15:38:07.966" v="8850" actId="1076"/>
          <ac:picMkLst>
            <pc:docMk/>
            <pc:sldMk cId="4105368042" sldId="327"/>
            <ac:picMk id="5" creationId="{CC496C99-EDC7-C76A-1D68-C03783BF506F}"/>
          </ac:picMkLst>
        </pc:picChg>
        <pc:picChg chg="add mod">
          <ac:chgData name="Riccardo Berta" userId="c8694f89-bba4-4576-b0a8-456619ca5a8c" providerId="ADAL" clId="{FDDBFC5A-5EA9-5330-BEB8-433D7E3B4C4E}" dt="2025-11-04T15:39:42.551" v="8879" actId="1076"/>
          <ac:picMkLst>
            <pc:docMk/>
            <pc:sldMk cId="4105368042" sldId="327"/>
            <ac:picMk id="7" creationId="{B9405713-3D9E-CBCA-286A-119D49AF8D6C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5:47:23.169" v="9001" actId="20577"/>
        <pc:sldMkLst>
          <pc:docMk/>
          <pc:sldMk cId="895266628" sldId="328"/>
        </pc:sldMkLst>
        <pc:spChg chg="mod">
          <ac:chgData name="Riccardo Berta" userId="c8694f89-bba4-4576-b0a8-456619ca5a8c" providerId="ADAL" clId="{FDDBFC5A-5EA9-5330-BEB8-433D7E3B4C4E}" dt="2025-11-04T15:47:23.169" v="9001" actId="20577"/>
          <ac:spMkLst>
            <pc:docMk/>
            <pc:sldMk cId="895266628" sldId="328"/>
            <ac:spMk id="2" creationId="{FA71617C-1D87-B036-74CD-C1404080F291}"/>
          </ac:spMkLst>
        </pc:spChg>
        <pc:spChg chg="mod">
          <ac:chgData name="Riccardo Berta" userId="c8694f89-bba4-4576-b0a8-456619ca5a8c" providerId="ADAL" clId="{FDDBFC5A-5EA9-5330-BEB8-433D7E3B4C4E}" dt="2025-11-04T15:45:58.667" v="8990" actId="20577"/>
          <ac:spMkLst>
            <pc:docMk/>
            <pc:sldMk cId="895266628" sldId="328"/>
            <ac:spMk id="3" creationId="{AB4A3BC3-2578-9895-B331-D69A461BE656}"/>
          </ac:spMkLst>
        </pc:spChg>
        <pc:picChg chg="add del mod">
          <ac:chgData name="Riccardo Berta" userId="c8694f89-bba4-4576-b0a8-456619ca5a8c" providerId="ADAL" clId="{FDDBFC5A-5EA9-5330-BEB8-433D7E3B4C4E}" dt="2025-11-04T15:43:14.390" v="8922" actId="478"/>
          <ac:picMkLst>
            <pc:docMk/>
            <pc:sldMk cId="895266628" sldId="328"/>
            <ac:picMk id="5" creationId="{5AD3F737-3CC1-503B-27F4-3B10FD084C4B}"/>
          </ac:picMkLst>
        </pc:picChg>
        <pc:picChg chg="add mod">
          <ac:chgData name="Riccardo Berta" userId="c8694f89-bba4-4576-b0a8-456619ca5a8c" providerId="ADAL" clId="{FDDBFC5A-5EA9-5330-BEB8-433D7E3B4C4E}" dt="2025-11-04T15:46:14.297" v="8994" actId="1076"/>
          <ac:picMkLst>
            <pc:docMk/>
            <pc:sldMk cId="895266628" sldId="328"/>
            <ac:picMk id="7" creationId="{C7D7D7D6-BC0E-0500-4A9C-57B10DE548FC}"/>
          </ac:picMkLst>
        </pc:picChg>
        <pc:picChg chg="add mod">
          <ac:chgData name="Riccardo Berta" userId="c8694f89-bba4-4576-b0a8-456619ca5a8c" providerId="ADAL" clId="{FDDBFC5A-5EA9-5330-BEB8-433D7E3B4C4E}" dt="2025-11-04T15:46:31.841" v="8997" actId="14100"/>
          <ac:picMkLst>
            <pc:docMk/>
            <pc:sldMk cId="895266628" sldId="328"/>
            <ac:picMk id="9" creationId="{21492B55-DBC3-076F-B6F5-4BB583BB54BC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04T15:51:00.847" v="9055" actId="1035"/>
        <pc:sldMkLst>
          <pc:docMk/>
          <pc:sldMk cId="4139064395" sldId="329"/>
        </pc:sldMkLst>
        <pc:spChg chg="mod">
          <ac:chgData name="Riccardo Berta" userId="c8694f89-bba4-4576-b0a8-456619ca5a8c" providerId="ADAL" clId="{FDDBFC5A-5EA9-5330-BEB8-433D7E3B4C4E}" dt="2025-11-04T15:47:28.621" v="9004" actId="20577"/>
          <ac:spMkLst>
            <pc:docMk/>
            <pc:sldMk cId="4139064395" sldId="329"/>
            <ac:spMk id="2" creationId="{0348B981-D6BA-BAC8-D0C1-FC99CEA32277}"/>
          </ac:spMkLst>
        </pc:spChg>
        <pc:spChg chg="del">
          <ac:chgData name="Riccardo Berta" userId="c8694f89-bba4-4576-b0a8-456619ca5a8c" providerId="ADAL" clId="{FDDBFC5A-5EA9-5330-BEB8-433D7E3B4C4E}" dt="2025-11-04T15:48:05.125" v="9006" actId="478"/>
          <ac:spMkLst>
            <pc:docMk/>
            <pc:sldMk cId="4139064395" sldId="329"/>
            <ac:spMk id="3" creationId="{57C01C11-DEB0-660D-CD81-006D255B16EE}"/>
          </ac:spMkLst>
        </pc:spChg>
        <pc:spChg chg="add del mod">
          <ac:chgData name="Riccardo Berta" userId="c8694f89-bba4-4576-b0a8-456619ca5a8c" providerId="ADAL" clId="{FDDBFC5A-5EA9-5330-BEB8-433D7E3B4C4E}" dt="2025-11-04T15:48:06.939" v="9007" actId="478"/>
          <ac:spMkLst>
            <pc:docMk/>
            <pc:sldMk cId="4139064395" sldId="329"/>
            <ac:spMk id="7" creationId="{367FEA42-E01D-FD89-53C4-F0135E256001}"/>
          </ac:spMkLst>
        </pc:spChg>
        <pc:picChg chg="add del mod">
          <ac:chgData name="Riccardo Berta" userId="c8694f89-bba4-4576-b0a8-456619ca5a8c" providerId="ADAL" clId="{FDDBFC5A-5EA9-5330-BEB8-433D7E3B4C4E}" dt="2025-11-04T15:49:32.183" v="9025" actId="478"/>
          <ac:picMkLst>
            <pc:docMk/>
            <pc:sldMk cId="4139064395" sldId="329"/>
            <ac:picMk id="5" creationId="{9C41459A-017E-6048-AC09-843DE0515E78}"/>
          </ac:picMkLst>
        </pc:picChg>
        <pc:picChg chg="add del mod">
          <ac:chgData name="Riccardo Berta" userId="c8694f89-bba4-4576-b0a8-456619ca5a8c" providerId="ADAL" clId="{FDDBFC5A-5EA9-5330-BEB8-433D7E3B4C4E}" dt="2025-11-04T15:50:40.679" v="9047" actId="478"/>
          <ac:picMkLst>
            <pc:docMk/>
            <pc:sldMk cId="4139064395" sldId="329"/>
            <ac:picMk id="9" creationId="{C88148C7-AC37-4382-44F6-9565D30C52D5}"/>
          </ac:picMkLst>
        </pc:picChg>
        <pc:picChg chg="add mod">
          <ac:chgData name="Riccardo Berta" userId="c8694f89-bba4-4576-b0a8-456619ca5a8c" providerId="ADAL" clId="{FDDBFC5A-5EA9-5330-BEB8-433D7E3B4C4E}" dt="2025-11-04T15:51:00.847" v="9055" actId="1035"/>
          <ac:picMkLst>
            <pc:docMk/>
            <pc:sldMk cId="4139064395" sldId="329"/>
            <ac:picMk id="11" creationId="{FFA19132-94D8-2A7E-28F9-979E4E156534}"/>
          </ac:picMkLst>
        </pc:picChg>
      </pc:sldChg>
      <pc:sldChg chg="modSp add mod">
        <pc:chgData name="Riccardo Berta" userId="c8694f89-bba4-4576-b0a8-456619ca5a8c" providerId="ADAL" clId="{FDDBFC5A-5EA9-5330-BEB8-433D7E3B4C4E}" dt="2025-11-04T15:50:07.705" v="9042" actId="20577"/>
        <pc:sldMkLst>
          <pc:docMk/>
          <pc:sldMk cId="3086867635" sldId="330"/>
        </pc:sldMkLst>
        <pc:spChg chg="mod">
          <ac:chgData name="Riccardo Berta" userId="c8694f89-bba4-4576-b0a8-456619ca5a8c" providerId="ADAL" clId="{FDDBFC5A-5EA9-5330-BEB8-433D7E3B4C4E}" dt="2025-11-04T15:50:07.705" v="9042" actId="20577"/>
          <ac:spMkLst>
            <pc:docMk/>
            <pc:sldMk cId="3086867635" sldId="330"/>
            <ac:spMk id="2" creationId="{9F852B0E-4B05-E419-AEBC-891C7340077A}"/>
          </ac:spMkLst>
        </pc:spChg>
        <pc:spChg chg="mod">
          <ac:chgData name="Riccardo Berta" userId="c8694f89-bba4-4576-b0a8-456619ca5a8c" providerId="ADAL" clId="{FDDBFC5A-5EA9-5330-BEB8-433D7E3B4C4E}" dt="2025-11-04T15:50:05.283" v="9040" actId="20577"/>
          <ac:spMkLst>
            <pc:docMk/>
            <pc:sldMk cId="3086867635" sldId="330"/>
            <ac:spMk id="3" creationId="{6BF34A27-DF3B-F677-3D89-225A91418348}"/>
          </ac:spMkLst>
        </pc:spChg>
      </pc:sldChg>
      <pc:sldChg chg="add del">
        <pc:chgData name="Riccardo Berta" userId="c8694f89-bba4-4576-b0a8-456619ca5a8c" providerId="ADAL" clId="{FDDBFC5A-5EA9-5330-BEB8-433D7E3B4C4E}" dt="2025-11-04T15:51:05.082" v="9056" actId="2696"/>
        <pc:sldMkLst>
          <pc:docMk/>
          <pc:sldMk cId="1093585841" sldId="331"/>
        </pc:sldMkLst>
      </pc:sldChg>
      <pc:sldChg chg="add del">
        <pc:chgData name="Riccardo Berta" userId="c8694f89-bba4-4576-b0a8-456619ca5a8c" providerId="ADAL" clId="{FDDBFC5A-5EA9-5330-BEB8-433D7E3B4C4E}" dt="2025-11-04T15:51:05.596" v="9057" actId="2696"/>
        <pc:sldMkLst>
          <pc:docMk/>
          <pc:sldMk cId="3961019333" sldId="33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7479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66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637552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74311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888270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3846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icTheme" userDrawn="1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marL="914400" lvl="1" indent="-32385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500"/>
              <a:buChar char="○"/>
              <a:defRPr sz="1500"/>
            </a:lvl2pPr>
            <a:lvl3pPr marL="1371600" lvl="2" indent="-3175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16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16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1600"/>
              </a:spcBef>
              <a:spcAft>
                <a:spcPts val="1600"/>
              </a:spcAft>
              <a:buSzPts val="1000"/>
              <a:buChar char="■"/>
              <a:defRPr sz="1000"/>
            </a:lvl9pPr>
          </a:lstStyle>
          <a:p>
            <a:endParaRPr lang="it-IT" dirty="0"/>
          </a:p>
          <a:p>
            <a:pPr lvl="2"/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044700" y="2404200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noProof="0" dirty="0"/>
              <a:t>Hardware Description Languages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268BF7-2F3B-A5C4-4F7E-1982399FCE6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8BFAA1C-1163-169B-2D77-6FEF73CC8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20666"/>
            <a:ext cx="8612381" cy="5577200"/>
          </a:xfrm>
        </p:spPr>
        <p:txBody>
          <a:bodyPr/>
          <a:lstStyle/>
          <a:p>
            <a:r>
              <a:rPr lang="en-GB" dirty="0"/>
              <a:t>Computer-Aided Design (CAD)</a:t>
            </a:r>
          </a:p>
          <a:p>
            <a:r>
              <a:rPr lang="en-GB" dirty="0"/>
              <a:t>Levels of Abstraction</a:t>
            </a:r>
          </a:p>
          <a:p>
            <a:pPr lvl="1"/>
            <a:r>
              <a:rPr lang="en-GB" dirty="0"/>
              <a:t>Structural Level (gate-level)</a:t>
            </a:r>
          </a:p>
          <a:p>
            <a:pPr lvl="1"/>
            <a:r>
              <a:rPr lang="en-GB" dirty="0"/>
              <a:t>RTL level (data-flow)</a:t>
            </a:r>
          </a:p>
          <a:p>
            <a:pPr lvl="1"/>
            <a:r>
              <a:rPr lang="en-GB" dirty="0"/>
              <a:t>Algorithmic level (behavioural)</a:t>
            </a:r>
          </a:p>
          <a:p>
            <a:r>
              <a:rPr lang="en-GB" dirty="0"/>
              <a:t>Specification</a:t>
            </a:r>
            <a:endParaRPr lang="en-GB" b="1" dirty="0"/>
          </a:p>
          <a:p>
            <a:r>
              <a:rPr lang="en-GB" dirty="0"/>
              <a:t>Entities</a:t>
            </a:r>
          </a:p>
          <a:p>
            <a:pPr lvl="1"/>
            <a:r>
              <a:rPr lang="en-GB" dirty="0"/>
              <a:t>Entity construct</a:t>
            </a:r>
          </a:p>
          <a:p>
            <a:pPr lvl="1"/>
            <a:r>
              <a:rPr lang="en-GB" dirty="0"/>
              <a:t>Architecture cons</a:t>
            </a:r>
          </a:p>
          <a:p>
            <a:r>
              <a:rPr lang="en-GB" dirty="0"/>
              <a:t>Concurrency</a:t>
            </a:r>
          </a:p>
          <a:p>
            <a:r>
              <a:rPr lang="en-GB" dirty="0"/>
              <a:t>Types</a:t>
            </a:r>
          </a:p>
          <a:p>
            <a:r>
              <a:rPr lang="en-GB" dirty="0"/>
              <a:t>Slice and Concatenate</a:t>
            </a:r>
          </a:p>
          <a:p>
            <a:r>
              <a:rPr lang="en-GB" dirty="0"/>
              <a:t>Logical Expressions </a:t>
            </a:r>
          </a:p>
          <a:p>
            <a:r>
              <a:rPr lang="en-GB" dirty="0"/>
              <a:t>Truth Tables</a:t>
            </a:r>
          </a:p>
          <a:p>
            <a:r>
              <a:rPr lang="en-GB" dirty="0"/>
              <a:t>Structural Description</a:t>
            </a:r>
          </a:p>
          <a:p>
            <a:r>
              <a:rPr lang="en-GB" dirty="0"/>
              <a:t>Process</a:t>
            </a:r>
          </a:p>
          <a:p>
            <a:r>
              <a:rPr lang="en-GB" dirty="0"/>
              <a:t>Testbench</a:t>
            </a:r>
          </a:p>
          <a:p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8556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noProof="0" dirty="0"/>
              <a:t>Computer-Aided Design (CAD)</a:t>
            </a:r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74713"/>
            <a:ext cx="8818500" cy="529620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Finding an efficient set of logic gates is </a:t>
            </a:r>
            <a:r>
              <a:rPr lang="en-GB" b="1" dirty="0"/>
              <a:t>labour-intensive</a:t>
            </a:r>
            <a:r>
              <a:rPr lang="en-GB" dirty="0"/>
              <a:t> and </a:t>
            </a:r>
            <a:r>
              <a:rPr lang="en-GB" b="1" dirty="0"/>
              <a:t>error-prone</a:t>
            </a:r>
            <a:endParaRPr lang="en-GB" dirty="0"/>
          </a:p>
          <a:p>
            <a:r>
              <a:rPr lang="en-GB" dirty="0"/>
              <a:t>Designers became more productive by working at a </a:t>
            </a:r>
            <a:r>
              <a:rPr lang="en-GB" b="1" dirty="0"/>
              <a:t>higher level of abstraction</a:t>
            </a:r>
            <a:r>
              <a:rPr lang="en-GB" dirty="0"/>
              <a:t>:</a:t>
            </a:r>
          </a:p>
          <a:p>
            <a:pPr lvl="1">
              <a:spcBef>
                <a:spcPts val="0"/>
              </a:spcBef>
            </a:pPr>
            <a:r>
              <a:rPr lang="en-GB" dirty="0"/>
              <a:t>specify only the </a:t>
            </a:r>
            <a:r>
              <a:rPr lang="en-GB" b="1" dirty="0"/>
              <a:t>logical function</a:t>
            </a:r>
            <a:endParaRPr lang="en-GB" dirty="0"/>
          </a:p>
          <a:p>
            <a:pPr lvl="1">
              <a:spcBef>
                <a:spcPts val="0"/>
              </a:spcBef>
            </a:pPr>
            <a:r>
              <a:rPr lang="en-GB" dirty="0"/>
              <a:t>let </a:t>
            </a:r>
            <a:r>
              <a:rPr lang="en-GB" b="1" dirty="0"/>
              <a:t>CAD tools</a:t>
            </a:r>
            <a:r>
              <a:rPr lang="en-GB" dirty="0"/>
              <a:t> generate the optimized gates</a:t>
            </a:r>
          </a:p>
          <a:p>
            <a:pPr lvl="1">
              <a:spcBef>
                <a:spcPts val="0"/>
              </a:spcBef>
            </a:pPr>
            <a:endParaRPr lang="en-GB" sz="800" dirty="0"/>
          </a:p>
          <a:p>
            <a:r>
              <a:rPr lang="en-GB" b="1" dirty="0"/>
              <a:t>Hardware Description Languages (HDLs)</a:t>
            </a:r>
            <a:endParaRPr lang="en-GB" dirty="0"/>
          </a:p>
          <a:p>
            <a:pPr lvl="1">
              <a:spcBef>
                <a:spcPts val="0"/>
              </a:spcBef>
            </a:pPr>
            <a:r>
              <a:rPr lang="en-GB" dirty="0"/>
              <a:t>describe </a:t>
            </a:r>
            <a:r>
              <a:rPr lang="en-GB" b="1" dirty="0"/>
              <a:t>what</a:t>
            </a:r>
            <a:r>
              <a:rPr lang="en-GB" dirty="0"/>
              <a:t> the circuit does</a:t>
            </a:r>
          </a:p>
          <a:p>
            <a:pPr lvl="1">
              <a:spcBef>
                <a:spcPts val="0"/>
              </a:spcBef>
            </a:pPr>
            <a:r>
              <a:rPr lang="en-GB" dirty="0"/>
              <a:t>not </a:t>
            </a:r>
            <a:r>
              <a:rPr lang="en-GB" b="1" dirty="0"/>
              <a:t>how</a:t>
            </a:r>
            <a:r>
              <a:rPr lang="en-GB" dirty="0"/>
              <a:t> a processor executes instruction (not a programming language)</a:t>
            </a:r>
          </a:p>
          <a:p>
            <a:pPr lvl="1">
              <a:spcBef>
                <a:spcPts val="0"/>
              </a:spcBef>
            </a:pPr>
            <a:r>
              <a:rPr lang="en-GB" b="1" dirty="0"/>
              <a:t>VHDL</a:t>
            </a:r>
            <a:r>
              <a:rPr lang="en-GB" dirty="0"/>
              <a:t> and </a:t>
            </a:r>
            <a:r>
              <a:rPr lang="en-GB" b="1" dirty="0"/>
              <a:t>Verilog</a:t>
            </a:r>
            <a:r>
              <a:rPr lang="en-GB" dirty="0"/>
              <a:t> – industry-standard HDLs</a:t>
            </a:r>
          </a:p>
          <a:p>
            <a:r>
              <a:rPr lang="en-GB" dirty="0"/>
              <a:t>Cannot be “executed” like a program, but can be </a:t>
            </a:r>
            <a:r>
              <a:rPr lang="en-GB" b="1" dirty="0"/>
              <a:t>simulated</a:t>
            </a:r>
            <a:r>
              <a:rPr lang="en-GB" dirty="0"/>
              <a:t> to verify behaviour</a:t>
            </a:r>
          </a:p>
          <a:p>
            <a:r>
              <a:rPr lang="en-GB" dirty="0"/>
              <a:t>After verification, can be </a:t>
            </a:r>
            <a:r>
              <a:rPr lang="en-GB" b="1" dirty="0"/>
              <a:t>synthesized</a:t>
            </a:r>
            <a:r>
              <a:rPr lang="en-GB" dirty="0"/>
              <a:t> into gates for implementation</a:t>
            </a:r>
          </a:p>
          <a:p>
            <a:endParaRPr lang="en-GB" sz="800" dirty="0"/>
          </a:p>
          <a:p>
            <a:r>
              <a:rPr lang="en-GB" dirty="0"/>
              <a:t>Targets:</a:t>
            </a:r>
          </a:p>
          <a:p>
            <a:pPr lvl="1">
              <a:spcBef>
                <a:spcPts val="0"/>
              </a:spcBef>
            </a:pPr>
            <a:r>
              <a:rPr lang="en-GB" b="1" dirty="0"/>
              <a:t>FPGA</a:t>
            </a:r>
            <a:r>
              <a:rPr lang="en-GB" dirty="0"/>
              <a:t> – reconfigurable hardware for prototyping and experimentation</a:t>
            </a:r>
          </a:p>
          <a:p>
            <a:pPr lvl="1">
              <a:spcBef>
                <a:spcPts val="0"/>
              </a:spcBef>
            </a:pPr>
            <a:r>
              <a:rPr lang="en-GB" b="1" dirty="0"/>
              <a:t>ASIC</a:t>
            </a:r>
            <a:r>
              <a:rPr lang="en-GB" dirty="0"/>
              <a:t> – custom chip for a specific function</a:t>
            </a:r>
          </a:p>
          <a:p>
            <a:r>
              <a:rPr lang="en-GB" dirty="0"/>
              <a:t>Tools:</a:t>
            </a:r>
          </a:p>
          <a:p>
            <a:pPr lvl="1">
              <a:spcBef>
                <a:spcPts val="0"/>
              </a:spcBef>
            </a:pPr>
            <a:r>
              <a:rPr lang="en-GB" dirty="0"/>
              <a:t>Proprietary: </a:t>
            </a:r>
            <a:r>
              <a:rPr lang="en-GB" b="1" dirty="0"/>
              <a:t>Xilinx </a:t>
            </a:r>
            <a:r>
              <a:rPr lang="en-GB" b="1" dirty="0" err="1"/>
              <a:t>Vivado</a:t>
            </a:r>
            <a:endParaRPr lang="en-GB" b="1" dirty="0"/>
          </a:p>
          <a:p>
            <a:pPr lvl="1">
              <a:spcBef>
                <a:spcPts val="0"/>
              </a:spcBef>
            </a:pPr>
            <a:r>
              <a:rPr lang="en-GB" dirty="0"/>
              <a:t>Open-source: GHDL (simulation), </a:t>
            </a:r>
            <a:r>
              <a:rPr lang="en-GB" dirty="0" err="1"/>
              <a:t>Yosys</a:t>
            </a:r>
            <a:r>
              <a:rPr lang="en-GB" dirty="0"/>
              <a:t> (synthesis)</a:t>
            </a: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0851013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D5F15-6478-846C-979C-11D3C25F6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6DA01F-9611-9D49-F577-B551F33D949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Levels of Abstraction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1F15599-3730-447A-1B5A-1BA18898AD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68779"/>
            <a:ext cx="8612381" cy="5267988"/>
          </a:xfrm>
        </p:spPr>
        <p:txBody>
          <a:bodyPr/>
          <a:lstStyle/>
          <a:p>
            <a:r>
              <a:rPr lang="en-GB" noProof="0" dirty="0"/>
              <a:t>HDLs allow the description of circuits at </a:t>
            </a:r>
            <a:r>
              <a:rPr lang="en-GB" b="1" noProof="0" dirty="0"/>
              <a:t>different levels of abstraction</a:t>
            </a:r>
            <a:endParaRPr lang="en-GB" noProof="0" dirty="0"/>
          </a:p>
          <a:p>
            <a:pPr lvl="1"/>
            <a:r>
              <a:rPr lang="en-GB" dirty="0"/>
              <a:t>e</a:t>
            </a:r>
            <a:r>
              <a:rPr lang="en-GB" noProof="0" dirty="0"/>
              <a:t>ach level exposes only the </a:t>
            </a:r>
            <a:r>
              <a:rPr lang="en-GB" b="1" noProof="0" dirty="0"/>
              <a:t>necessary details</a:t>
            </a:r>
            <a:r>
              <a:rPr lang="en-GB" noProof="0" dirty="0"/>
              <a:t> to manage complexity effectively</a:t>
            </a:r>
          </a:p>
          <a:p>
            <a:pPr lvl="1"/>
            <a:r>
              <a:rPr lang="en-GB" dirty="0"/>
              <a:t>h</a:t>
            </a:r>
            <a:r>
              <a:rPr lang="en-GB" noProof="0" dirty="0" err="1"/>
              <a:t>igher</a:t>
            </a:r>
            <a:r>
              <a:rPr lang="en-GB" noProof="0" dirty="0"/>
              <a:t> levels focus on </a:t>
            </a:r>
            <a:r>
              <a:rPr lang="en-GB" b="1" noProof="0" dirty="0"/>
              <a:t>functionality</a:t>
            </a:r>
            <a:r>
              <a:rPr lang="en-GB" noProof="0" dirty="0"/>
              <a:t> and </a:t>
            </a:r>
            <a:r>
              <a:rPr lang="en-GB" b="1" noProof="0" dirty="0"/>
              <a:t>verification</a:t>
            </a:r>
            <a:endParaRPr lang="en-GB" b="1" dirty="0"/>
          </a:p>
          <a:p>
            <a:pPr lvl="1"/>
            <a:r>
              <a:rPr lang="en-GB" noProof="0" dirty="0"/>
              <a:t>lower levels provide </a:t>
            </a:r>
            <a:r>
              <a:rPr lang="en-GB" b="1" noProof="0" dirty="0"/>
              <a:t>control</a:t>
            </a:r>
            <a:r>
              <a:rPr lang="en-GB" noProof="0" dirty="0"/>
              <a:t> over </a:t>
            </a:r>
            <a:r>
              <a:rPr lang="en-GB" b="1" noProof="0" dirty="0"/>
              <a:t>timing</a:t>
            </a:r>
            <a:r>
              <a:rPr lang="en-GB" noProof="0" dirty="0"/>
              <a:t>, </a:t>
            </a:r>
            <a:r>
              <a:rPr lang="en-GB" b="1" noProof="0" dirty="0"/>
              <a:t>area</a:t>
            </a:r>
            <a:r>
              <a:rPr lang="en-GB" noProof="0" dirty="0"/>
              <a:t>, and </a:t>
            </a:r>
            <a:r>
              <a:rPr lang="en-GB" b="1" noProof="0" dirty="0"/>
              <a:t>implementation details</a:t>
            </a:r>
            <a:r>
              <a:rPr lang="en-GB" noProof="0" dirty="0"/>
              <a:t>.</a:t>
            </a:r>
          </a:p>
          <a:p>
            <a:endParaRPr lang="en-GB" noProof="0" dirty="0"/>
          </a:p>
          <a:p>
            <a:r>
              <a:rPr lang="en-GB" noProof="0" dirty="0"/>
              <a:t>Designers can move across levels to </a:t>
            </a:r>
            <a:r>
              <a:rPr lang="en-GB" b="1" noProof="0" dirty="0"/>
              <a:t>design</a:t>
            </a:r>
            <a:r>
              <a:rPr lang="en-GB" noProof="0" dirty="0"/>
              <a:t>, </a:t>
            </a:r>
            <a:r>
              <a:rPr lang="en-GB" b="1" noProof="0" dirty="0"/>
              <a:t>test</a:t>
            </a:r>
            <a:r>
              <a:rPr lang="en-GB" noProof="0" dirty="0"/>
              <a:t>, and </a:t>
            </a:r>
            <a:r>
              <a:rPr lang="en-GB" b="1" noProof="0" dirty="0"/>
              <a:t>optimize</a:t>
            </a:r>
            <a:r>
              <a:rPr lang="en-GB" noProof="0" dirty="0"/>
              <a:t> systems efficiently</a:t>
            </a:r>
          </a:p>
          <a:p>
            <a:endParaRPr lang="en-GB" noProof="0" dirty="0"/>
          </a:p>
          <a:p>
            <a:r>
              <a:rPr lang="en-GB" b="1" noProof="0" dirty="0"/>
              <a:t>Examples of abstraction levels:</a:t>
            </a:r>
            <a:endParaRPr lang="en-GB" noProof="0" dirty="0"/>
          </a:p>
          <a:p>
            <a:pPr lvl="1"/>
            <a:r>
              <a:rPr lang="en-GB" i="1" noProof="0" dirty="0"/>
              <a:t>Behavioural level</a:t>
            </a:r>
            <a:r>
              <a:rPr lang="en-GB" noProof="0" dirty="0"/>
              <a:t> → describe what the circuit does</a:t>
            </a:r>
          </a:p>
          <a:p>
            <a:pPr lvl="1"/>
            <a:r>
              <a:rPr lang="en-GB" i="1" noProof="0" dirty="0"/>
              <a:t>RTL (Register Transfer Level)</a:t>
            </a:r>
            <a:r>
              <a:rPr lang="en-GB" noProof="0" dirty="0"/>
              <a:t> → describe data transfers</a:t>
            </a:r>
          </a:p>
          <a:p>
            <a:pPr lvl="1"/>
            <a:r>
              <a:rPr lang="en-GB" i="1" noProof="0" dirty="0"/>
              <a:t>Structural (Gate) level</a:t>
            </a:r>
            <a:r>
              <a:rPr lang="en-GB" noProof="0" dirty="0"/>
              <a:t> → describe interconnections between logic gates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225204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34D73-961C-69C6-B1A6-D5DD0A59E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A06602-A729-CC1C-0AE9-75E9654253E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Structural Level (gate-level)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9C7042C-2258-FE34-8898-26C890B9B5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969304"/>
            <a:ext cx="8612381" cy="5665411"/>
          </a:xfrm>
        </p:spPr>
        <p:txBody>
          <a:bodyPr/>
          <a:lstStyle/>
          <a:p>
            <a:r>
              <a:rPr lang="en-GB" dirty="0"/>
              <a:t>At the </a:t>
            </a:r>
            <a:r>
              <a:rPr lang="en-GB" b="1" dirty="0"/>
              <a:t>lowest level of abstraction</a:t>
            </a:r>
            <a:r>
              <a:rPr lang="en-GB" dirty="0"/>
              <a:t>, a circuit can be seen as a </a:t>
            </a:r>
            <a:r>
              <a:rPr lang="en-GB" b="1" dirty="0"/>
              <a:t>graph</a:t>
            </a:r>
            <a:r>
              <a:rPr lang="en-GB" dirty="0"/>
              <a:t>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Nodes</a:t>
            </a:r>
            <a:r>
              <a:rPr lang="en-GB" dirty="0"/>
              <a:t> → logic elements (gates, multiplexers, subcircuits)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Edges</a:t>
            </a:r>
            <a:r>
              <a:rPr lang="en-GB" dirty="0"/>
              <a:t> → signal connections between them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sz="1050" dirty="0"/>
          </a:p>
          <a:p>
            <a:endParaRPr lang="en-GB" dirty="0"/>
          </a:p>
          <a:p>
            <a:pPr marL="120650" indent="0">
              <a:buNone/>
            </a:pPr>
            <a:endParaRPr lang="en-GB" sz="1050" dirty="0"/>
          </a:p>
          <a:p>
            <a:endParaRPr lang="en-GB" dirty="0"/>
          </a:p>
          <a:p>
            <a:r>
              <a:rPr lang="en-GB" b="1" dirty="0"/>
              <a:t>Explicitly defines circuit elements</a:t>
            </a:r>
            <a:r>
              <a:rPr lang="en-GB" dirty="0"/>
              <a:t> and their interconnections</a:t>
            </a:r>
          </a:p>
          <a:p>
            <a:r>
              <a:rPr lang="en-GB" dirty="0"/>
              <a:t>Keeps </a:t>
            </a:r>
            <a:r>
              <a:rPr lang="en-GB" b="1" dirty="0"/>
              <a:t>functional behaviour implicit</a:t>
            </a:r>
            <a:r>
              <a:rPr lang="en-GB" dirty="0"/>
              <a:t> (emerges from the structure)</a:t>
            </a:r>
          </a:p>
          <a:p>
            <a:endParaRPr lang="en-GB" sz="1000" dirty="0"/>
          </a:p>
          <a:p>
            <a:r>
              <a:rPr lang="en-GB" dirty="0"/>
              <a:t>Typical information includes: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names and types of </a:t>
            </a:r>
            <a:r>
              <a:rPr lang="en-GB" b="1" dirty="0"/>
              <a:t>primary inputs/outputs</a:t>
            </a:r>
            <a:r>
              <a:rPr lang="en-GB" dirty="0"/>
              <a:t> (A, B, S, X, Y)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types of </a:t>
            </a:r>
            <a:r>
              <a:rPr lang="en-GB" b="1" dirty="0"/>
              <a:t>logic elements</a:t>
            </a:r>
            <a:r>
              <a:rPr lang="en-GB" dirty="0"/>
              <a:t> (AND, NOT, etc.)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instance names</a:t>
            </a:r>
            <a:r>
              <a:rPr lang="en-GB" dirty="0"/>
              <a:t> of components (E1, E2, E3, E4)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Internal signals</a:t>
            </a:r>
            <a:r>
              <a:rPr lang="en-GB" dirty="0"/>
              <a:t> (T1, T2, T3)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Connections</a:t>
            </a:r>
            <a:r>
              <a:rPr lang="en-GB" dirty="0"/>
              <a:t> between signals and component ports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sz="1000" dirty="0"/>
          </a:p>
          <a:p>
            <a:r>
              <a:rPr lang="en-GB" dirty="0"/>
              <a:t>Such a description forms a </a:t>
            </a:r>
            <a:r>
              <a:rPr lang="en-GB" b="1" dirty="0"/>
              <a:t>netlist:  </a:t>
            </a:r>
            <a:r>
              <a:rPr lang="en-GB" dirty="0"/>
              <a:t>the </a:t>
            </a:r>
            <a:r>
              <a:rPr lang="en-GB" b="1" dirty="0"/>
              <a:t>closest model to the final physical implementation</a:t>
            </a:r>
            <a:r>
              <a:rPr lang="en-GB" dirty="0"/>
              <a:t> of the circuit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9C84605D-8372-EA1F-A21B-A583EBF89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538" y="1827155"/>
            <a:ext cx="5518298" cy="1873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674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4101F-E98D-54DE-7338-B41A3FCAA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E3FB77A-AD05-E448-46BF-970D02E2A8B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RTL level (data-flow)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B030216-BC27-151B-B8EE-207D665D87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At a </a:t>
            </a:r>
            <a:r>
              <a:rPr lang="en-GB" b="1" dirty="0"/>
              <a:t>higher level of abstraction</a:t>
            </a:r>
            <a:r>
              <a:rPr lang="en-GB" dirty="0"/>
              <a:t>, circuits are described at the </a:t>
            </a:r>
            <a:r>
              <a:rPr lang="en-GB" b="1" dirty="0"/>
              <a:t>Register Transfer Level (RTL)</a:t>
            </a: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how data is transformed and transferred</a:t>
            </a:r>
            <a:r>
              <a:rPr lang="en-GB" dirty="0"/>
              <a:t> through the circuit</a:t>
            </a:r>
          </a:p>
          <a:p>
            <a:endParaRPr lang="en-GB" dirty="0"/>
          </a:p>
          <a:p>
            <a:r>
              <a:rPr lang="en-GB" dirty="0"/>
              <a:t>Two key types of elements: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combinational networks</a:t>
            </a:r>
            <a:r>
              <a:rPr lang="en-GB" dirty="0"/>
              <a:t> → transform data using logic or arithmetic expressions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memory elements</a:t>
            </a:r>
            <a:r>
              <a:rPr lang="en-GB" dirty="0"/>
              <a:t> (registers) → store intermediate results between computations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Each </a:t>
            </a:r>
            <a:r>
              <a:rPr lang="en-GB" b="1" dirty="0"/>
              <a:t>subcomponent </a:t>
            </a:r>
            <a:r>
              <a:rPr lang="en-GB" dirty="0"/>
              <a:t>fits the same concept</a:t>
            </a:r>
          </a:p>
          <a:p>
            <a:r>
              <a:rPr lang="en-GB" dirty="0"/>
              <a:t>Focus shifts from </a:t>
            </a:r>
            <a:r>
              <a:rPr lang="en-GB" b="1" dirty="0"/>
              <a:t>physical structure</a:t>
            </a:r>
            <a:r>
              <a:rPr lang="en-GB" dirty="0"/>
              <a:t> to </a:t>
            </a:r>
            <a:r>
              <a:rPr lang="en-GB" b="1" dirty="0"/>
              <a:t>functional behaviour and data flow</a:t>
            </a:r>
            <a:endParaRPr lang="en-GB" dirty="0"/>
          </a:p>
          <a:p>
            <a:pPr marL="120650" indent="0">
              <a:buNone/>
            </a:pPr>
            <a:endParaRPr lang="en-GB" dirty="0"/>
          </a:p>
          <a:p>
            <a:r>
              <a:rPr lang="en-GB" dirty="0"/>
              <a:t>Comparison: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Structural model → describes </a:t>
            </a:r>
            <a:r>
              <a:rPr lang="en-GB" b="1" dirty="0"/>
              <a:t>how</a:t>
            </a:r>
            <a:r>
              <a:rPr lang="en-GB" dirty="0"/>
              <a:t> the circuit is built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RTL model</a:t>
            </a:r>
            <a:r>
              <a:rPr lang="en-GB" dirty="0"/>
              <a:t> → describes </a:t>
            </a:r>
            <a:r>
              <a:rPr lang="en-GB" b="1" dirty="0"/>
              <a:t>what</a:t>
            </a:r>
            <a:r>
              <a:rPr lang="en-GB" dirty="0"/>
              <a:t> transformations occur and </a:t>
            </a:r>
            <a:r>
              <a:rPr lang="en-GB" b="1" dirty="0"/>
              <a:t>where</a:t>
            </a:r>
            <a:r>
              <a:rPr lang="en-GB" dirty="0"/>
              <a:t> data is stored</a:t>
            </a:r>
          </a:p>
          <a:p>
            <a:pPr marL="120650" indent="0">
              <a:buNone/>
            </a:pP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EDD68EC-6B48-A0BC-9628-F93AF7E66A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9069" y="3088241"/>
            <a:ext cx="6746303" cy="1377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36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B7E5E-AA55-2355-B98D-55A70109C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969312-6E5B-6E1D-D11E-5E5CD714BED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Algorithmic level (behavioural)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C7D6172-2405-4356-A630-48A3FEE3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309547"/>
            <a:ext cx="8612381" cy="5267988"/>
          </a:xfrm>
        </p:spPr>
        <p:txBody>
          <a:bodyPr/>
          <a:lstStyle/>
          <a:p>
            <a:r>
              <a:rPr lang="en-GB" noProof="0" dirty="0"/>
              <a:t>Represents the </a:t>
            </a:r>
            <a:r>
              <a:rPr lang="en-GB" b="1" noProof="0" dirty="0"/>
              <a:t>highest level of abstraction</a:t>
            </a:r>
            <a:r>
              <a:rPr lang="en-GB" noProof="0" dirty="0"/>
              <a:t> in hardware design</a:t>
            </a:r>
          </a:p>
          <a:p>
            <a:pPr lvl="1"/>
            <a:r>
              <a:rPr lang="en-GB" dirty="0"/>
              <a:t>d</a:t>
            </a:r>
            <a:r>
              <a:rPr lang="en-GB" noProof="0" dirty="0"/>
              <a:t>escribes </a:t>
            </a:r>
            <a:r>
              <a:rPr lang="en-GB" b="1" noProof="0" dirty="0"/>
              <a:t>what the circuit does</a:t>
            </a:r>
            <a:r>
              <a:rPr lang="en-GB" noProof="0" dirty="0"/>
              <a:t> in terms of </a:t>
            </a:r>
            <a:r>
              <a:rPr lang="en-GB" b="1" noProof="0" dirty="0"/>
              <a:t>algorithms </a:t>
            </a:r>
            <a:r>
              <a:rPr lang="en-GB" noProof="0" dirty="0"/>
              <a:t>(</a:t>
            </a:r>
            <a:r>
              <a:rPr lang="en-GB" b="1" noProof="0" dirty="0" err="1"/>
              <a:t>behaviors</a:t>
            </a:r>
            <a:r>
              <a:rPr lang="en-GB" noProof="0" dirty="0"/>
              <a:t>), not how it is built</a:t>
            </a:r>
          </a:p>
          <a:p>
            <a:pPr lvl="1"/>
            <a:r>
              <a:rPr lang="en-GB" dirty="0"/>
              <a:t>t</a:t>
            </a:r>
            <a:r>
              <a:rPr lang="en-GB" noProof="0" dirty="0"/>
              <a:t>he </a:t>
            </a:r>
            <a:r>
              <a:rPr lang="en-GB" b="1" noProof="0" dirty="0"/>
              <a:t>structure</a:t>
            </a:r>
            <a:r>
              <a:rPr lang="en-GB" noProof="0" dirty="0"/>
              <a:t> (registers, data paths, timing) is </a:t>
            </a:r>
            <a:r>
              <a:rPr lang="en-GB" b="1" noProof="0" dirty="0"/>
              <a:t>not explicitly visible</a:t>
            </a:r>
          </a:p>
          <a:p>
            <a:pPr lvl="1"/>
            <a:endParaRPr lang="en-GB" sz="900" noProof="0" dirty="0"/>
          </a:p>
          <a:p>
            <a:r>
              <a:rPr lang="en-GB" noProof="0" dirty="0"/>
              <a:t>The </a:t>
            </a:r>
            <a:r>
              <a:rPr lang="en-GB" b="1" noProof="0" dirty="0"/>
              <a:t>synthesis tool </a:t>
            </a:r>
            <a:r>
              <a:rPr lang="en-GB" noProof="0" dirty="0"/>
              <a:t>determines:</a:t>
            </a:r>
          </a:p>
          <a:p>
            <a:pPr lvl="1"/>
            <a:r>
              <a:rPr lang="en-GB" noProof="0" dirty="0"/>
              <a:t>how to </a:t>
            </a:r>
            <a:r>
              <a:rPr lang="en-GB" b="1" noProof="0" dirty="0"/>
              <a:t>allocate hardware resources</a:t>
            </a:r>
            <a:endParaRPr lang="en-GB" noProof="0" dirty="0"/>
          </a:p>
          <a:p>
            <a:pPr lvl="1"/>
            <a:r>
              <a:rPr lang="en-GB" noProof="0" dirty="0"/>
              <a:t>according to designer </a:t>
            </a:r>
            <a:r>
              <a:rPr lang="en-GB" b="1" noProof="0" dirty="0"/>
              <a:t>constraints</a:t>
            </a:r>
            <a:r>
              <a:rPr lang="en-GB" noProof="0" dirty="0"/>
              <a:t> (e.g., max area)</a:t>
            </a:r>
          </a:p>
          <a:p>
            <a:endParaRPr lang="en-GB" sz="1050" noProof="0" dirty="0"/>
          </a:p>
          <a:p>
            <a:r>
              <a:rPr lang="en-GB" noProof="0" dirty="0"/>
              <a:t>Offers the </a:t>
            </a:r>
            <a:r>
              <a:rPr lang="en-GB" b="1" noProof="0" dirty="0"/>
              <a:t>greatest design flexibility but</a:t>
            </a:r>
            <a:r>
              <a:rPr lang="en-GB" noProof="0" dirty="0"/>
              <a:t> requires more </a:t>
            </a:r>
            <a:r>
              <a:rPr lang="en-GB" b="1" noProof="0" dirty="0"/>
              <a:t>sophisticated tools </a:t>
            </a:r>
            <a:r>
              <a:rPr lang="en-GB" noProof="0" dirty="0"/>
              <a:t>for synthesis</a:t>
            </a:r>
          </a:p>
          <a:p>
            <a:endParaRPr lang="en-GB" noProof="0" dirty="0"/>
          </a:p>
          <a:p>
            <a:r>
              <a:rPr lang="en-GB" noProof="0" dirty="0"/>
              <a:t>Behavioural-level descriptions are not covered in these notes</a:t>
            </a:r>
          </a:p>
        </p:txBody>
      </p:sp>
    </p:spTree>
    <p:extLst>
      <p:ext uri="{BB962C8B-B14F-4D97-AF65-F5344CB8AC3E}">
        <p14:creationId xmlns:p14="http://schemas.microsoft.com/office/powerpoint/2010/main" val="35987411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6E0F1-1D06-7FCD-E928-1396C2D3A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40F22D-4287-F1CA-2644-DA696BFF683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Specification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9607F1E-AC65-A95D-ADDC-E48A8F8E2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24209"/>
            <a:ext cx="8612381" cy="5514813"/>
          </a:xfrm>
        </p:spPr>
        <p:txBody>
          <a:bodyPr/>
          <a:lstStyle/>
          <a:p>
            <a:r>
              <a:rPr lang="en-GB" dirty="0"/>
              <a:t>As designs grow in complexity, they are organized as </a:t>
            </a:r>
            <a:r>
              <a:rPr lang="en-GB" b="1" dirty="0"/>
              <a:t>hierarchical structures</a:t>
            </a:r>
            <a:r>
              <a:rPr lang="en-GB" dirty="0"/>
              <a:t> of interconnected </a:t>
            </a:r>
            <a:r>
              <a:rPr lang="en-GB" b="1" dirty="0"/>
              <a:t>subcircuits</a:t>
            </a:r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dirty="0"/>
          </a:p>
          <a:p>
            <a:r>
              <a:rPr lang="en-GB" dirty="0"/>
              <a:t>Each subcircuit performs a </a:t>
            </a:r>
            <a:r>
              <a:rPr lang="en-GB" b="1" dirty="0"/>
              <a:t>well-defined function</a:t>
            </a:r>
            <a:r>
              <a:rPr lang="en-GB" dirty="0"/>
              <a:t> and should remain </a:t>
            </a:r>
            <a:r>
              <a:rPr lang="en-GB" b="1" dirty="0"/>
              <a:t>modular</a:t>
            </a:r>
            <a:r>
              <a:rPr lang="en-GB" dirty="0"/>
              <a:t> and </a:t>
            </a:r>
            <a:r>
              <a:rPr lang="en-GB" b="1" dirty="0"/>
              <a:t>independent</a:t>
            </a:r>
            <a:endParaRPr lang="en-GB" dirty="0"/>
          </a:p>
          <a:p>
            <a:r>
              <a:rPr lang="en-GB" dirty="0"/>
              <a:t>Each submodule has its own ports, which connect either to primary I/O or to </a:t>
            </a:r>
            <a:r>
              <a:rPr lang="en-GB" b="1" dirty="0"/>
              <a:t>internal signals</a:t>
            </a:r>
            <a:endParaRPr lang="en-GB" dirty="0"/>
          </a:p>
          <a:p>
            <a:r>
              <a:rPr lang="en-GB" dirty="0"/>
              <a:t>Smaller blocks are combined to form higher-level modules, until the </a:t>
            </a:r>
            <a:r>
              <a:rPr lang="en-GB" b="1" dirty="0"/>
              <a:t>complete system</a:t>
            </a:r>
            <a:r>
              <a:rPr lang="en-GB" dirty="0"/>
              <a:t> is defined (</a:t>
            </a:r>
            <a:r>
              <a:rPr lang="en-GB" b="1" dirty="0"/>
              <a:t>top-level module</a:t>
            </a:r>
            <a:r>
              <a:rPr lang="en-GB" dirty="0"/>
              <a:t>) </a:t>
            </a:r>
          </a:p>
          <a:p>
            <a:endParaRPr lang="en-GB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BE28E5A1-8F9A-FBD9-2A76-1FEFCFDF7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798" y="1731770"/>
            <a:ext cx="7136403" cy="2869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664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DE995-0CF9-DC86-62D2-813FA00F8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49FAF9-06EA-9456-9E98-CA70A4A50D0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Structural for higher levels, RTL for leaf modules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C67BFDC-05EC-4EAE-BF73-9131A61662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68779"/>
            <a:ext cx="8612381" cy="5146961"/>
          </a:xfrm>
        </p:spPr>
        <p:txBody>
          <a:bodyPr/>
          <a:lstStyle/>
          <a:p>
            <a:r>
              <a:rPr lang="en-GB" dirty="0"/>
              <a:t>Although RTL is a higher abstraction level than gate-level descriptions: top-level modules are about integration, not computation</a:t>
            </a:r>
          </a:p>
          <a:p>
            <a:pPr marL="120650" indent="0">
              <a:buNone/>
            </a:pPr>
            <a:endParaRPr lang="en-GB" dirty="0"/>
          </a:p>
          <a:p>
            <a:r>
              <a:rPr lang="en-GB" b="1" dirty="0"/>
              <a:t>Structural descriptions suit higher levels</a:t>
            </a:r>
          </a:p>
          <a:p>
            <a:pPr lvl="1"/>
            <a:r>
              <a:rPr lang="en-GB" dirty="0"/>
              <a:t>specify </a:t>
            </a:r>
            <a:r>
              <a:rPr lang="en-GB" b="1" dirty="0"/>
              <a:t>how modules connect</a:t>
            </a:r>
            <a:r>
              <a:rPr lang="en-GB" dirty="0"/>
              <a:t>, not </a:t>
            </a:r>
            <a:r>
              <a:rPr lang="en-GB" b="1" dirty="0"/>
              <a:t>how they operate internally</a:t>
            </a:r>
          </a:p>
          <a:p>
            <a:pPr lvl="1"/>
            <a:endParaRPr lang="en-GB" dirty="0"/>
          </a:p>
          <a:p>
            <a:r>
              <a:rPr lang="en-GB" b="1" dirty="0"/>
              <a:t>RTL descriptions suit leaf modules</a:t>
            </a:r>
            <a:endParaRPr lang="en-GB" dirty="0"/>
          </a:p>
          <a:p>
            <a:pPr lvl="1"/>
            <a:r>
              <a:rPr lang="en-GB" dirty="0"/>
              <a:t>they define </a:t>
            </a:r>
            <a:r>
              <a:rPr lang="en-GB" b="1" dirty="0"/>
              <a:t>how data is processed</a:t>
            </a:r>
            <a:r>
              <a:rPr lang="en-GB" dirty="0"/>
              <a:t> and </a:t>
            </a:r>
            <a:r>
              <a:rPr lang="en-GB" b="1" dirty="0"/>
              <a:t>how registers interact</a:t>
            </a:r>
            <a:endParaRPr lang="en-GB" dirty="0"/>
          </a:p>
          <a:p>
            <a:endParaRPr lang="en-GB" dirty="0"/>
          </a:p>
          <a:p>
            <a:r>
              <a:rPr lang="en-GB" dirty="0"/>
              <a:t>This separation promotes </a:t>
            </a:r>
            <a:r>
              <a:rPr lang="en-GB" b="1" dirty="0"/>
              <a:t>modularity</a:t>
            </a:r>
            <a:r>
              <a:rPr lang="en-GB" dirty="0"/>
              <a:t>, </a:t>
            </a:r>
            <a:r>
              <a:rPr lang="en-GB" b="1" dirty="0"/>
              <a:t>readability</a:t>
            </a:r>
            <a:r>
              <a:rPr lang="en-GB" dirty="0"/>
              <a:t>, and </a:t>
            </a:r>
            <a:r>
              <a:rPr lang="en-GB" b="1" dirty="0"/>
              <a:t>reusability</a:t>
            </a:r>
            <a:r>
              <a:rPr lang="en-GB" dirty="0"/>
              <a:t> in complex designs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156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2531A-4429-3B5B-3395-57C834A08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288532-37AF-92B7-BB56-454A338744B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Entities (1)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86E5393-28ED-E729-37B7-FE570F8B8E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Well-defined </a:t>
            </a:r>
            <a:r>
              <a:rPr lang="en-GB" b="1" dirty="0"/>
              <a:t>functional units</a:t>
            </a:r>
            <a:r>
              <a:rPr lang="en-GB" dirty="0"/>
              <a:t>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designed to </a:t>
            </a:r>
            <a:r>
              <a:rPr lang="en-GB" b="1" dirty="0"/>
              <a:t>isolate a specific function</a:t>
            </a:r>
            <a:r>
              <a:rPr lang="en-GB" dirty="0"/>
              <a:t> of the overall system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provides a </a:t>
            </a:r>
            <a:r>
              <a:rPr lang="en-GB" b="1" dirty="0"/>
              <a:t>structured view</a:t>
            </a:r>
            <a:r>
              <a:rPr lang="en-GB" dirty="0"/>
              <a:t> of the design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breaks down a very complex problem (developing an entire system) into a set of smaller, more manageable subproblems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r>
              <a:rPr lang="en-GB" dirty="0"/>
              <a:t>Example: a system that calculates the roots of a quadratic equation given the three coefficients a, b, and c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One possible way to break down this problem:</a:t>
            </a:r>
          </a:p>
          <a:p>
            <a:pPr lvl="1"/>
            <a:r>
              <a:rPr lang="en-GB" dirty="0"/>
              <a:t>1 - compute the square root of the discriminant</a:t>
            </a:r>
          </a:p>
          <a:p>
            <a:pPr lvl="1"/>
            <a:endParaRPr lang="en-GB" sz="1000" dirty="0"/>
          </a:p>
          <a:p>
            <a:pPr lvl="1"/>
            <a:r>
              <a:rPr lang="en-GB" dirty="0"/>
              <a:t>2- compute the first solution</a:t>
            </a:r>
          </a:p>
          <a:p>
            <a:pPr lvl="1"/>
            <a:endParaRPr lang="en-GB" sz="1000" dirty="0"/>
          </a:p>
          <a:p>
            <a:pPr lvl="1"/>
            <a:r>
              <a:rPr lang="en-GB" dirty="0"/>
              <a:t>3 - compute the second solution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7034DB6-EAAD-61D8-A173-F9C402D12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69" y="3247065"/>
            <a:ext cx="2081914" cy="1011771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9C5CE77-16E7-2455-9D4D-889887AA5F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9052" y="4650710"/>
            <a:ext cx="1333352" cy="344993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2651BC1-0B74-3DF2-B812-AFD4DE6C14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5944" y="5306089"/>
            <a:ext cx="1029881" cy="430524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767692E-8166-56D2-4588-5B7AF73C75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3508" y="6036079"/>
            <a:ext cx="1029881" cy="43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532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C85F5-48CF-6DE3-7712-8CBEA8DC0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7E8EA1B-874A-9D0B-D5DD-3F699C3555F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Entities (2)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19FA698-70BE-32FA-8C70-8279259BFC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393034"/>
          </a:xfrm>
        </p:spPr>
        <p:txBody>
          <a:bodyPr/>
          <a:lstStyle/>
          <a:p>
            <a:r>
              <a:rPr lang="en-GB" noProof="0" dirty="0"/>
              <a:t>XXXX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XXX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r>
              <a:rPr lang="en-GB" noProof="0" dirty="0"/>
              <a:t>This decomposition is based on </a:t>
            </a:r>
            <a:r>
              <a:rPr lang="en-GB" b="1" noProof="0" dirty="0"/>
              <a:t>three modules</a:t>
            </a:r>
            <a:r>
              <a:rPr lang="en-GB" noProof="0" dirty="0"/>
              <a:t>: </a:t>
            </a:r>
          </a:p>
          <a:p>
            <a:pPr lvl="1"/>
            <a:r>
              <a:rPr lang="en-GB" noProof="0" dirty="0"/>
              <a:t>one for computing the discriminant</a:t>
            </a:r>
          </a:p>
          <a:p>
            <a:pPr lvl="1"/>
            <a:r>
              <a:rPr lang="en-GB" noProof="0" dirty="0"/>
              <a:t>two for computing the solutions from d, a, and b</a:t>
            </a:r>
          </a:p>
          <a:p>
            <a:pPr lvl="1"/>
            <a:endParaRPr lang="en-GB" noProof="0" dirty="0"/>
          </a:p>
          <a:p>
            <a:r>
              <a:rPr lang="en-GB" noProof="0" dirty="0"/>
              <a:t>These modules are </a:t>
            </a:r>
            <a:r>
              <a:rPr lang="en-GB" b="1" noProof="0" dirty="0"/>
              <a:t>relatively complex</a:t>
            </a:r>
            <a:r>
              <a:rPr lang="en-GB" noProof="0" dirty="0"/>
              <a:t> and </a:t>
            </a:r>
            <a:r>
              <a:rPr lang="en-GB" b="1" noProof="0" dirty="0"/>
              <a:t>sufficiently distinct</a:t>
            </a:r>
            <a:r>
              <a:rPr lang="en-GB" noProof="0" dirty="0"/>
              <a:t> from each other that they are </a:t>
            </a:r>
            <a:r>
              <a:rPr lang="en-GB" b="1" noProof="0" dirty="0"/>
              <a:t>unlikely to share resources</a:t>
            </a:r>
            <a:r>
              <a:rPr lang="en-GB" noProof="0" dirty="0"/>
              <a:t> or be easily optimized together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 descr="Immagine che contiene testo, linea, diagramma, ricevuta&#10;&#10;Il contenuto generato dall'IA potrebbe non essere corretto.">
            <a:extLst>
              <a:ext uri="{FF2B5EF4-FFF2-40B4-BE49-F238E27FC236}">
                <a16:creationId xmlns:a16="http://schemas.microsoft.com/office/drawing/2014/main" id="{34756112-077F-EEA4-C545-0D7F8D5C3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909" y="1128793"/>
            <a:ext cx="8555962" cy="281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7178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372FA-7655-59F7-2C2E-65DB98A75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DA877E-2C2E-0BC8-97F7-365EE278483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Entities (3)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A77DE65-A9EE-87B2-707B-ED5E2E4499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2"/>
            <a:ext cx="8612381" cy="5505923"/>
          </a:xfrm>
        </p:spPr>
        <p:txBody>
          <a:bodyPr/>
          <a:lstStyle/>
          <a:p>
            <a:r>
              <a:rPr lang="en-GB" noProof="0" dirty="0"/>
              <a:t>We can further refine by observing that the solutions can also be derived by distributing the denominator: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pPr marL="120650" indent="0">
              <a:buNone/>
            </a:pPr>
            <a:endParaRPr lang="en-GB" noProof="0" dirty="0"/>
          </a:p>
          <a:p>
            <a:r>
              <a:rPr lang="en-GB" noProof="0" dirty="0"/>
              <a:t>This new decomposition highlights five distinct operations</a:t>
            </a:r>
          </a:p>
          <a:p>
            <a:endParaRPr lang="en-GB" sz="1050" noProof="0" dirty="0"/>
          </a:p>
          <a:p>
            <a:pPr lvl="1"/>
            <a:r>
              <a:rPr lang="en-GB" noProof="0" dirty="0"/>
              <a:t>1. Compute the square root of the discriminant:</a:t>
            </a:r>
          </a:p>
          <a:p>
            <a:pPr lvl="1"/>
            <a:endParaRPr lang="en-GB" sz="800" noProof="0" dirty="0"/>
          </a:p>
          <a:p>
            <a:pPr lvl="1"/>
            <a:r>
              <a:rPr lang="en-GB" noProof="0" dirty="0"/>
              <a:t>2. Compute the first term of the solutions:</a:t>
            </a:r>
          </a:p>
          <a:p>
            <a:pPr lvl="1"/>
            <a:endParaRPr lang="en-GB" sz="800" noProof="0" dirty="0"/>
          </a:p>
          <a:p>
            <a:pPr lvl="1"/>
            <a:r>
              <a:rPr lang="en-GB" noProof="0" dirty="0"/>
              <a:t>3. Compute the second term of the solutions: </a:t>
            </a:r>
          </a:p>
          <a:p>
            <a:pPr lvl="1"/>
            <a:endParaRPr lang="en-GB" sz="800" noProof="0" dirty="0"/>
          </a:p>
          <a:p>
            <a:pPr lvl="1"/>
            <a:r>
              <a:rPr lang="en-GB" noProof="0" dirty="0"/>
              <a:t>4. Compute the first solution:</a:t>
            </a:r>
            <a:endParaRPr lang="en-GB" dirty="0"/>
          </a:p>
          <a:p>
            <a:pPr lvl="1"/>
            <a:endParaRPr lang="en-GB" sz="800" noProof="0" dirty="0"/>
          </a:p>
          <a:p>
            <a:pPr lvl="1"/>
            <a:r>
              <a:rPr lang="en-GB" noProof="0" dirty="0"/>
              <a:t>5. Compute the second solution: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988538D-D0E3-748A-32B1-5E3FFD4374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088" y="1726945"/>
            <a:ext cx="1329217" cy="1071024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5CED1FA9-31F5-DF99-74C0-74847DEE0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521" y="3423430"/>
            <a:ext cx="1358900" cy="287092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B0839897-9A1C-8571-8FD0-B9ACED3EEA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2930" y="4016575"/>
            <a:ext cx="821809" cy="46960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8EA1BBD4-AB21-D056-CB60-BE2B167E1A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9222" y="4668184"/>
            <a:ext cx="750213" cy="465322"/>
          </a:xfrm>
          <a:prstGeom prst="rect">
            <a:avLst/>
          </a:prstGeom>
        </p:spPr>
      </p:pic>
      <p:pic>
        <p:nvPicPr>
          <p:cNvPr id="13" name="Immagine 12" descr="Immagine che contiene Carattere, tipografia, simbolo, bianco&#10;&#10;Il contenuto generato dall'IA potrebbe non essere corretto.">
            <a:extLst>
              <a:ext uri="{FF2B5EF4-FFF2-40B4-BE49-F238E27FC236}">
                <a16:creationId xmlns:a16="http://schemas.microsoft.com/office/drawing/2014/main" id="{C4612B08-7D9D-14C0-74BD-460D4B0961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4135" y="5465250"/>
            <a:ext cx="949399" cy="213829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CA5B96AB-56BD-1622-B97A-797C25E82D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8522" y="6124965"/>
            <a:ext cx="988959" cy="213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953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81260-AC4B-5746-76A1-C586B585E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C49273-3F15-AEE8-2EC5-607D3446D91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Entities (4)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A13E61E-6191-0245-BF6B-C4054F218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T</a:t>
            </a:r>
            <a:r>
              <a:rPr lang="en-GB" noProof="0" dirty="0"/>
              <a:t>he division by 2a is performed twice: the same division block can be reused </a:t>
            </a:r>
            <a:endParaRPr lang="en-GB" dirty="0"/>
          </a:p>
          <a:p>
            <a:r>
              <a:rPr lang="en-GB" dirty="0"/>
              <a:t>T</a:t>
            </a:r>
            <a:r>
              <a:rPr lang="en-GB" noProof="0" dirty="0"/>
              <a:t>he module that performs addition or subtraction of can be used for two steps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075776C0-C2FD-4026-DC50-63733B408D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351" y="2442988"/>
            <a:ext cx="8071297" cy="3152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000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75C8E-EB7E-F281-7C75-CC5A38A09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37BF04-449C-E26E-7CC9-8099F4036DA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Entities (5)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70C2E36-B97F-1D04-A691-1EBA65C380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527188"/>
          </a:xfrm>
        </p:spPr>
        <p:txBody>
          <a:bodyPr/>
          <a:lstStyle/>
          <a:p>
            <a:r>
              <a:rPr lang="en-GB" b="1" dirty="0"/>
              <a:t>E</a:t>
            </a:r>
            <a:r>
              <a:rPr lang="en-GB" b="1" noProof="0" dirty="0" err="1"/>
              <a:t>xploit</a:t>
            </a:r>
            <a:r>
              <a:rPr lang="en-GB" b="1" noProof="0" dirty="0"/>
              <a:t> the reuse </a:t>
            </a:r>
            <a:r>
              <a:rPr lang="en-GB" noProof="0" dirty="0"/>
              <a:t>of modules in the design:</a:t>
            </a:r>
            <a:endParaRPr lang="en-GB" b="1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m</a:t>
            </a:r>
            <a:r>
              <a:rPr lang="en-GB" b="1" noProof="0" dirty="0" err="1"/>
              <a:t>odule</a:t>
            </a:r>
            <a:r>
              <a:rPr lang="en-GB" b="1" dirty="0"/>
              <a:t>:</a:t>
            </a:r>
            <a:r>
              <a:rPr lang="en-GB" noProof="0" dirty="0"/>
              <a:t> a unique entity consisting of an interface and its defined behaviour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noProof="0" dirty="0"/>
              <a:t>Instance:</a:t>
            </a:r>
            <a:r>
              <a:rPr lang="en-GB" noProof="0" dirty="0"/>
              <a:t> a specific use of a module within the circuit’s construction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br>
              <a:rPr lang="en-GB" noProof="0" dirty="0"/>
            </a:br>
            <a:endParaRPr lang="en-GB" noProof="0" dirty="0"/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pPr lvl="1"/>
            <a:endParaRPr lang="en-GB" dirty="0"/>
          </a:p>
          <a:p>
            <a:pPr marL="590550" lvl="1" indent="0">
              <a:buNone/>
            </a:pPr>
            <a:endParaRPr lang="en-GB" dirty="0"/>
          </a:p>
          <a:p>
            <a:pPr marL="590550" lvl="1" indent="0">
              <a:buNone/>
            </a:pPr>
            <a:endParaRPr lang="en-GB" sz="1800" noProof="0" dirty="0"/>
          </a:p>
          <a:p>
            <a:r>
              <a:rPr lang="en-GB" noProof="0" dirty="0"/>
              <a:t>Three modules (DELTA, DIV and SUM) and a five instances (E1, E2, E3, E4, E5)</a:t>
            </a:r>
          </a:p>
          <a:p>
            <a:r>
              <a:rPr lang="en-GB" dirty="0"/>
              <a:t>Each module is described by </a:t>
            </a:r>
            <a:r>
              <a:rPr lang="en-GB" b="1" dirty="0"/>
              <a:t>separating</a:t>
            </a:r>
            <a:r>
              <a:rPr lang="en-GB" dirty="0"/>
              <a:t> its two complementary aspects: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Interface:</a:t>
            </a:r>
            <a:r>
              <a:rPr lang="en-GB" dirty="0"/>
              <a:t> defines the input and output signals and specifies how the block connects to other blocks (</a:t>
            </a:r>
            <a:r>
              <a:rPr lang="en-GB" b="1" dirty="0"/>
              <a:t>entity construct</a:t>
            </a:r>
            <a:r>
              <a:rPr lang="en-GB" dirty="0"/>
              <a:t>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 err="1"/>
              <a:t>Behavior</a:t>
            </a:r>
            <a:r>
              <a:rPr lang="en-GB" b="1" dirty="0"/>
              <a:t>:</a:t>
            </a:r>
            <a:r>
              <a:rPr lang="en-GB" dirty="0"/>
              <a:t> describes how the inputs are processed to produce the outputs (</a:t>
            </a:r>
            <a:r>
              <a:rPr lang="en-GB" b="1" dirty="0"/>
              <a:t>architecture construct</a:t>
            </a:r>
            <a:r>
              <a:rPr lang="en-GB" dirty="0"/>
              <a:t>)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1DF249F-0A93-2FAE-4A0B-5B18706FAF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136" y="1863733"/>
            <a:ext cx="6966282" cy="293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0459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0B6A-E825-CBD2-9651-E60BABF24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4E51D26-EE9C-C6B0-D225-D87D760D85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Entity construct (1)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4DCCB65-FD92-6D07-D339-D71C30797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559086"/>
          </a:xfrm>
        </p:spPr>
        <p:txBody>
          <a:bodyPr/>
          <a:lstStyle/>
          <a:p>
            <a:r>
              <a:rPr lang="en-GB" noProof="0" dirty="0"/>
              <a:t>The interface of each module is described by an </a:t>
            </a:r>
            <a:r>
              <a:rPr lang="en-GB" b="1" noProof="0" dirty="0"/>
              <a:t>entity declaration</a:t>
            </a:r>
            <a:r>
              <a:rPr lang="en-GB" noProof="0" dirty="0"/>
              <a:t>: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noProof="0" dirty="0"/>
              <a:t>name of the module</a:t>
            </a:r>
            <a:r>
              <a:rPr lang="en-GB" noProof="0" dirty="0"/>
              <a:t>, must be unique within a design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noProof="0" dirty="0"/>
              <a:t>list of port declarations</a:t>
            </a:r>
            <a:r>
              <a:rPr lang="en-GB" noProof="0" dirty="0"/>
              <a:t>, the signals used as inputs and outputs of the entity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noProof="0" dirty="0"/>
              <a:t>set of parameters</a:t>
            </a:r>
            <a:r>
              <a:rPr lang="en-GB" noProof="0" dirty="0"/>
              <a:t> (called </a:t>
            </a:r>
            <a:r>
              <a:rPr lang="en-GB" b="1" noProof="0" dirty="0"/>
              <a:t>generics</a:t>
            </a:r>
            <a:r>
              <a:rPr lang="en-GB" noProof="0" dirty="0"/>
              <a:t>) used to adjust its properties</a:t>
            </a:r>
          </a:p>
          <a:p>
            <a:pPr lvl="1"/>
            <a:endParaRPr lang="en-GB" noProof="0" dirty="0"/>
          </a:p>
          <a:p>
            <a:pPr marL="1054100" lvl="2" indent="0">
              <a:buNone/>
            </a:pPr>
            <a:endParaRPr lang="en-GB" dirty="0"/>
          </a:p>
          <a:p>
            <a:pPr marL="1054100" lvl="2" indent="0">
              <a:buNone/>
            </a:pPr>
            <a:endParaRPr lang="en-GB" sz="100" noProof="0" dirty="0"/>
          </a:p>
          <a:p>
            <a:r>
              <a:rPr lang="en-GB" noProof="0" dirty="0"/>
              <a:t>Each </a:t>
            </a:r>
            <a:r>
              <a:rPr lang="en-GB" b="1" noProof="0" dirty="0"/>
              <a:t>port declaration </a:t>
            </a:r>
            <a:r>
              <a:rPr lang="en-GB" noProof="0" dirty="0"/>
              <a:t>is structured according to the following syntax:</a:t>
            </a:r>
          </a:p>
          <a:p>
            <a:endParaRPr lang="en-GB" sz="2400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noProof="0" dirty="0"/>
              <a:t>name</a:t>
            </a:r>
            <a:r>
              <a:rPr lang="en-GB" noProof="0" dirty="0"/>
              <a:t>: used in the architecture to refer to the connected signal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type</a:t>
            </a:r>
            <a:r>
              <a:rPr lang="en-GB" dirty="0"/>
              <a:t>: indicate the kind of data that can be transmitted through that port (e.g. a single bit, a vector of bits, etc.)</a:t>
            </a: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d</a:t>
            </a:r>
            <a:r>
              <a:rPr lang="en-GB" b="1" noProof="0" dirty="0" err="1"/>
              <a:t>irection</a:t>
            </a:r>
            <a:r>
              <a:rPr lang="en-GB" noProof="0" dirty="0"/>
              <a:t>: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i</a:t>
            </a:r>
            <a:r>
              <a:rPr lang="en-GB" b="1" noProof="0" dirty="0"/>
              <a:t>n </a:t>
            </a:r>
            <a:r>
              <a:rPr lang="en-GB" noProof="0" dirty="0"/>
              <a:t>for input ports, </a:t>
            </a:r>
            <a:r>
              <a:rPr lang="en-GB" dirty="0"/>
              <a:t>can </a:t>
            </a:r>
            <a:r>
              <a:rPr lang="en-GB" b="1" dirty="0"/>
              <a:t>only be read</a:t>
            </a:r>
            <a:r>
              <a:rPr lang="en-GB" dirty="0"/>
              <a:t> (may appear only on the right-hand side of an assignment or in a conditional expression </a:t>
            </a:r>
            <a:endParaRPr lang="en-GB" noProof="0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b="1" noProof="0" dirty="0"/>
              <a:t>out</a:t>
            </a:r>
            <a:r>
              <a:rPr lang="en-GB" noProof="0" dirty="0"/>
              <a:t> for output ports, </a:t>
            </a:r>
            <a:r>
              <a:rPr lang="en-GB" dirty="0"/>
              <a:t>can </a:t>
            </a:r>
            <a:r>
              <a:rPr lang="en-GB" b="1" dirty="0"/>
              <a:t>only be written</a:t>
            </a:r>
            <a:r>
              <a:rPr lang="en-GB" dirty="0"/>
              <a:t> may appear only on the left-hand side of an assignment)</a:t>
            </a:r>
            <a:endParaRPr lang="en-GB" noProof="0" dirty="0"/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b="1" noProof="0" dirty="0" err="1"/>
              <a:t>inout</a:t>
            </a:r>
            <a:r>
              <a:rPr lang="en-GB" noProof="0" dirty="0"/>
              <a:t> for bidirectional port, can be both </a:t>
            </a:r>
            <a:r>
              <a:rPr lang="en-GB" b="1" noProof="0" dirty="0"/>
              <a:t>read and written</a:t>
            </a:r>
          </a:p>
          <a:p>
            <a:r>
              <a:rPr lang="en-GB" dirty="0"/>
              <a:t>Similarly, the definition of a generic follows the syntax:</a:t>
            </a:r>
          </a:p>
          <a:p>
            <a:pPr marL="120650" indent="0">
              <a:buNone/>
            </a:pPr>
            <a:endParaRPr lang="en-GB" sz="1100" dirty="0"/>
          </a:p>
          <a:p>
            <a:pPr lvl="1"/>
            <a:r>
              <a:rPr lang="en-GB" dirty="0"/>
              <a:t>no direction and can have complex types (floating-point numbers, strings)</a:t>
            </a:r>
          </a:p>
          <a:p>
            <a:endParaRPr lang="en-GB" dirty="0"/>
          </a:p>
          <a:p>
            <a:endParaRPr lang="en-GB" noProof="0" dirty="0"/>
          </a:p>
          <a:p>
            <a:pPr lvl="1"/>
            <a:endParaRPr lang="en-GB" noProof="0" dirty="0"/>
          </a:p>
          <a:p>
            <a:endParaRPr lang="en-GB" noProof="0" dirty="0"/>
          </a:p>
          <a:p>
            <a:pPr lvl="1"/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F5E7C13-6230-E4EF-2DD7-8DC45A05D9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5316" y="2171279"/>
            <a:ext cx="2520507" cy="874653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A87E4C9F-346A-8CC9-1A34-798488C5FE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6285" y="3429000"/>
            <a:ext cx="4466265" cy="282183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845044B7-F848-A4AC-6F98-F9293CFB0B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6285" y="6071166"/>
            <a:ext cx="3828608" cy="233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3557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60EB9-9934-C18E-5567-73A7D29E7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AAC7A9-DCC2-A2C1-FE3C-9FCBEF16B5F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Entity construct (2)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9650487-81C7-5E1C-FC12-F01A586E8E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5809" y="1168779"/>
            <a:ext cx="8612381" cy="5267988"/>
          </a:xfrm>
        </p:spPr>
        <p:txBody>
          <a:bodyPr/>
          <a:lstStyle/>
          <a:p>
            <a:r>
              <a:rPr lang="en-GB" noProof="0" dirty="0"/>
              <a:t>Example:  declaration of an AND gate</a:t>
            </a:r>
          </a:p>
          <a:p>
            <a:pPr lvl="1">
              <a:spcAft>
                <a:spcPts val="0"/>
              </a:spcAft>
            </a:pPr>
            <a:r>
              <a:rPr lang="en-GB" noProof="0" dirty="0"/>
              <a:t>two input signals (A and B), one bit wide</a:t>
            </a:r>
          </a:p>
          <a:p>
            <a:pPr lvl="1">
              <a:spcAft>
                <a:spcPts val="0"/>
              </a:spcAft>
            </a:pPr>
            <a:r>
              <a:rPr lang="en-GB" noProof="0" dirty="0"/>
              <a:t>one output signal (Y), one bit wide</a:t>
            </a:r>
          </a:p>
          <a:p>
            <a:pPr lvl="1">
              <a:spcAft>
                <a:spcPts val="0"/>
              </a:spcAft>
            </a:pPr>
            <a:r>
              <a:rPr lang="en-GB" noProof="0" dirty="0"/>
              <a:t>we specify a delay parameter</a:t>
            </a:r>
          </a:p>
          <a:p>
            <a:pPr lvl="1">
              <a:spcAft>
                <a:spcPts val="0"/>
              </a:spcAft>
            </a:pPr>
            <a:endParaRPr lang="en-GB" dirty="0"/>
          </a:p>
          <a:p>
            <a:r>
              <a:rPr lang="en-GB" dirty="0"/>
              <a:t>Generics: describing a component </a:t>
            </a:r>
            <a:br>
              <a:rPr lang="en-GB" dirty="0"/>
            </a:br>
            <a:r>
              <a:rPr lang="en-GB" b="1" dirty="0"/>
              <a:t>parametrically</a:t>
            </a:r>
            <a:endParaRPr lang="en-GB" dirty="0"/>
          </a:p>
          <a:p>
            <a:pPr lvl="1">
              <a:spcAft>
                <a:spcPts val="0"/>
              </a:spcAft>
            </a:pPr>
            <a:r>
              <a:rPr lang="en-GB" dirty="0"/>
              <a:t>Configurable components </a:t>
            </a:r>
          </a:p>
          <a:p>
            <a:pPr lvl="1">
              <a:spcAft>
                <a:spcPts val="0"/>
              </a:spcAft>
            </a:pPr>
            <a:r>
              <a:rPr lang="en-GB" dirty="0"/>
              <a:t>for </a:t>
            </a:r>
            <a:r>
              <a:rPr lang="en-GB" b="1" dirty="0"/>
              <a:t>simulation</a:t>
            </a:r>
            <a:r>
              <a:rPr lang="en-GB" dirty="0"/>
              <a:t> (</a:t>
            </a:r>
            <a:r>
              <a:rPr lang="en-GB" dirty="0" err="1"/>
              <a:t>e.g</a:t>
            </a:r>
            <a:r>
              <a:rPr lang="en-GB" dirty="0"/>
              <a:t> the delay)</a:t>
            </a:r>
          </a:p>
          <a:p>
            <a:pPr lvl="1">
              <a:spcAft>
                <a:spcPts val="0"/>
              </a:spcAft>
            </a:pPr>
            <a:r>
              <a:rPr lang="en-GB" dirty="0"/>
              <a:t>for </a:t>
            </a:r>
            <a:r>
              <a:rPr lang="en-GB" b="1" dirty="0"/>
              <a:t>synthesis</a:t>
            </a:r>
          </a:p>
          <a:p>
            <a:pPr marL="590550" lvl="1" indent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  <a:p>
            <a:r>
              <a:rPr lang="en-GB" noProof="0" dirty="0"/>
              <a:t>As in software development, it is good </a:t>
            </a:r>
            <a:br>
              <a:rPr lang="en-GB" noProof="0" dirty="0"/>
            </a:br>
            <a:r>
              <a:rPr lang="en-GB" noProof="0" dirty="0"/>
              <a:t>practice to </a:t>
            </a:r>
            <a:r>
              <a:rPr lang="en-GB" b="1" noProof="0" dirty="0"/>
              <a:t>enrich the specification with </a:t>
            </a:r>
            <a:br>
              <a:rPr lang="en-GB" b="1" noProof="0" dirty="0"/>
            </a:br>
            <a:r>
              <a:rPr lang="en-GB" b="1" noProof="0" dirty="0"/>
              <a:t>comments</a:t>
            </a:r>
            <a:endParaRPr lang="en-GB" b="1" dirty="0"/>
          </a:p>
          <a:p>
            <a:pPr lvl="1">
              <a:spcAft>
                <a:spcPts val="0"/>
              </a:spcAft>
            </a:pPr>
            <a:r>
              <a:rPr lang="en-GB" noProof="0" dirty="0"/>
              <a:t>clarify key aspects</a:t>
            </a:r>
          </a:p>
          <a:p>
            <a:pPr lvl="1">
              <a:spcAft>
                <a:spcPts val="0"/>
              </a:spcAft>
            </a:pPr>
            <a:r>
              <a:rPr lang="en-GB" noProof="0" dirty="0"/>
              <a:t>introduced using </a:t>
            </a:r>
            <a:r>
              <a:rPr lang="en-GB" b="1" noProof="0" dirty="0"/>
              <a:t>--</a:t>
            </a:r>
            <a:r>
              <a:rPr lang="en-GB" noProof="0" dirty="0"/>
              <a:t>  to the end of the line</a:t>
            </a:r>
          </a:p>
          <a:p>
            <a:endParaRPr lang="en-GB" noProof="0" dirty="0"/>
          </a:p>
          <a:p>
            <a:pPr marL="590550" lvl="1" indent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7" name="Immagine 6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99D58EBC-93CC-99AD-AC73-46D239CB93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458" y="2642760"/>
            <a:ext cx="3280572" cy="3712969"/>
          </a:xfrm>
          <a:prstGeom prst="rect">
            <a:avLst/>
          </a:prstGeom>
        </p:spPr>
      </p:pic>
      <p:pic>
        <p:nvPicPr>
          <p:cNvPr id="9" name="Immagine 8" descr="Immagine che contiene testo, Carattere, bianco, schermata&#10;&#10;Il contenuto generato dall'IA potrebbe non essere corretto.">
            <a:extLst>
              <a:ext uri="{FF2B5EF4-FFF2-40B4-BE49-F238E27FC236}">
                <a16:creationId xmlns:a16="http://schemas.microsoft.com/office/drawing/2014/main" id="{2A6CF8EB-4DA4-DE91-27C6-1B36529F34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4457" y="1339582"/>
            <a:ext cx="2126686" cy="1063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10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2064B-830C-1803-EEB6-B3DFD30FB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F9F46A-CF93-51BB-B1D8-73CA6E912C5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Architecture construct (1)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640DD23-4CE4-C1C0-B946-BA706241DA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Describe the behaviour of an entity:</a:t>
            </a:r>
          </a:p>
          <a:p>
            <a:pPr lvl="1">
              <a:spcAft>
                <a:spcPts val="0"/>
              </a:spcAft>
            </a:pPr>
            <a:r>
              <a:rPr lang="en-GB" b="1" dirty="0"/>
              <a:t>list of declarations</a:t>
            </a:r>
            <a:r>
              <a:rPr lang="en-GB" dirty="0"/>
              <a:t>: elements used to implement the </a:t>
            </a:r>
            <a:r>
              <a:rPr lang="en-GB" dirty="0" err="1"/>
              <a:t>behavior</a:t>
            </a:r>
            <a:r>
              <a:rPr lang="en-GB" dirty="0"/>
              <a:t> (constants, signals, user-defined types, and components), visible only within that specific architecture</a:t>
            </a:r>
          </a:p>
          <a:p>
            <a:pPr lvl="1">
              <a:spcAft>
                <a:spcPts val="0"/>
              </a:spcAft>
            </a:pPr>
            <a:r>
              <a:rPr lang="en-GB" b="1" dirty="0"/>
              <a:t>begin</a:t>
            </a:r>
            <a:r>
              <a:rPr lang="en-GB" dirty="0"/>
              <a:t> and </a:t>
            </a:r>
            <a:r>
              <a:rPr lang="en-GB" b="1" dirty="0"/>
              <a:t>end</a:t>
            </a:r>
            <a:r>
              <a:rPr lang="en-GB" dirty="0"/>
              <a:t> keywords containing the </a:t>
            </a:r>
            <a:r>
              <a:rPr lang="en-GB" b="1" dirty="0"/>
              <a:t>implementation section</a:t>
            </a:r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pPr marL="120650" indent="0">
              <a:buNone/>
            </a:pPr>
            <a:endParaRPr lang="en-GB" b="1" dirty="0"/>
          </a:p>
          <a:p>
            <a:r>
              <a:rPr lang="en-GB" dirty="0"/>
              <a:t>The functionality of a circuit is therefore </a:t>
            </a:r>
            <a:r>
              <a:rPr lang="en-GB" b="1" dirty="0"/>
              <a:t>distributed across the architecture declarations</a:t>
            </a:r>
            <a:r>
              <a:rPr lang="en-GB" dirty="0"/>
              <a:t> of the various entities that make up the system’s modules</a:t>
            </a:r>
          </a:p>
          <a:p>
            <a:endParaRPr lang="en-GB" dirty="0"/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the implementation of the and gate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683A45D-82A7-BD26-EBB4-4C01FBB92A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43" y="2339003"/>
            <a:ext cx="4760686" cy="1243304"/>
          </a:xfrm>
          <a:prstGeom prst="rect">
            <a:avLst/>
          </a:prstGeom>
        </p:spPr>
      </p:pic>
      <p:pic>
        <p:nvPicPr>
          <p:cNvPr id="7" name="Immagine 6" descr="Immagine che contiene testo, Carattere, schermata, bianco&#10;&#10;Il contenuto generato dall'IA potrebbe non essere corretto.">
            <a:extLst>
              <a:ext uri="{FF2B5EF4-FFF2-40B4-BE49-F238E27FC236}">
                <a16:creationId xmlns:a16="http://schemas.microsoft.com/office/drawing/2014/main" id="{1CEF397F-2EA1-B01F-5297-77BB475175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543" y="5360143"/>
            <a:ext cx="3182257" cy="87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688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35EE8-B37A-75F8-B481-1DFDC7EE7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E23B114-A81B-F0BF-E7B9-A997CFA875B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Architecture construct (2)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D9516F8-FE72-AEE9-7624-1301C263DA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Each architecture is </a:t>
            </a:r>
            <a:r>
              <a:rPr lang="en-GB" b="1" noProof="0" dirty="0"/>
              <a:t>associated with exactly one entity</a:t>
            </a:r>
            <a:r>
              <a:rPr lang="en-GB" noProof="0" dirty="0"/>
              <a:t>. </a:t>
            </a:r>
          </a:p>
          <a:p>
            <a:r>
              <a:rPr lang="en-GB" noProof="0" dirty="0"/>
              <a:t>However, it is possible to </a:t>
            </a:r>
            <a:r>
              <a:rPr lang="en-GB" b="1" noProof="0" dirty="0"/>
              <a:t>define multiple alternative architectures for the same entity</a:t>
            </a:r>
          </a:p>
          <a:p>
            <a:endParaRPr lang="en-GB" b="1" noProof="0" dirty="0"/>
          </a:p>
          <a:p>
            <a:r>
              <a:rPr lang="en-GB" noProof="0" dirty="0"/>
              <a:t>Example:</a:t>
            </a:r>
          </a:p>
          <a:p>
            <a:pPr lvl="1"/>
            <a:r>
              <a:rPr lang="en-GB" noProof="0" dirty="0"/>
              <a:t>a second architecture for the and gate</a:t>
            </a:r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pPr lvl="1"/>
            <a:endParaRPr lang="en-GB" noProof="0" dirty="0"/>
          </a:p>
          <a:p>
            <a:r>
              <a:rPr lang="en-GB" noProof="0" dirty="0"/>
              <a:t>In projects of </a:t>
            </a:r>
            <a:r>
              <a:rPr lang="en-GB" b="1" noProof="0" dirty="0"/>
              <a:t>moderate complexity</a:t>
            </a:r>
            <a:r>
              <a:rPr lang="en-GB" noProof="0" dirty="0"/>
              <a:t>, having multiple architectures is usually of limited benefit. However, in </a:t>
            </a:r>
            <a:r>
              <a:rPr lang="en-GB" b="1" noProof="0" dirty="0"/>
              <a:t>larger and complex designs</a:t>
            </a:r>
            <a:r>
              <a:rPr lang="en-GB" noProof="0" dirty="0"/>
              <a:t>, this approach can be very useful. For example: to maintain separate architectures for different synthesis strategies</a:t>
            </a:r>
          </a:p>
          <a:p>
            <a:pPr marL="590550" lvl="1" indent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 descr="Immagine che contiene testo, Carattere, ricevuta, schermata&#10;&#10;Il contenuto generato dall'IA potrebbe non essere corretto.">
            <a:extLst>
              <a:ext uri="{FF2B5EF4-FFF2-40B4-BE49-F238E27FC236}">
                <a16:creationId xmlns:a16="http://schemas.microsoft.com/office/drawing/2014/main" id="{718145CA-22E5-D652-DC4E-BE7562A4E5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721" y="3084455"/>
            <a:ext cx="2867478" cy="1186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9350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1D4FD-3FF5-946C-21B4-EEC0EB48F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FA5008-0CBC-9546-BB6D-E0EE6161D63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Concurrency (1)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D14B9F2-B7B5-F4A5-660A-06D04A57C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The implementation section consists of a set of statements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Assignments</a:t>
            </a:r>
            <a:r>
              <a:rPr lang="en-GB" dirty="0"/>
              <a:t> (y &lt;= a and b;)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Conditional assignments</a:t>
            </a:r>
            <a:r>
              <a:rPr lang="en-GB" dirty="0"/>
              <a:t> (e.g., y &lt;= a when </a:t>
            </a:r>
            <a:r>
              <a:rPr lang="en-GB" dirty="0" err="1"/>
              <a:t>sel</a:t>
            </a:r>
            <a:r>
              <a:rPr lang="en-GB" dirty="0"/>
              <a:t>='1' else b;)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Selection constructs</a:t>
            </a:r>
            <a:r>
              <a:rPr lang="en-GB" dirty="0"/>
              <a:t> (e.g., case op is ... end case;)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Instantiations</a:t>
            </a:r>
            <a:r>
              <a:rPr lang="en-GB" dirty="0"/>
              <a:t> (e.g., U1: and2 port map(a, b, y);)</a:t>
            </a:r>
          </a:p>
          <a:p>
            <a:pPr lvl="1">
              <a:spcAft>
                <a:spcPts val="0"/>
              </a:spcAft>
            </a:pPr>
            <a:endParaRPr lang="en-GB" sz="600" dirty="0"/>
          </a:p>
          <a:p>
            <a:r>
              <a:rPr lang="en-GB" noProof="0" dirty="0"/>
              <a:t>In a typical programming language like C, these statements are </a:t>
            </a:r>
            <a:r>
              <a:rPr lang="en-GB" b="1" noProof="0" dirty="0"/>
              <a:t>executed sequentially</a:t>
            </a:r>
            <a:endParaRPr lang="en-GB" b="1" dirty="0"/>
          </a:p>
          <a:p>
            <a:r>
              <a:rPr lang="en-GB" noProof="0" dirty="0"/>
              <a:t>In hardware description languages, these statements </a:t>
            </a:r>
            <a:r>
              <a:rPr lang="en-GB" b="1" noProof="0" dirty="0"/>
              <a:t>are executed concurrently</a:t>
            </a:r>
            <a:r>
              <a:rPr lang="en-GB" noProof="0" dirty="0"/>
              <a:t>, their results are </a:t>
            </a:r>
            <a:r>
              <a:rPr lang="en-GB" b="1" noProof="0" dirty="0"/>
              <a:t>computed simultaneously</a:t>
            </a:r>
            <a:endParaRPr lang="en-GB" b="1" dirty="0"/>
          </a:p>
          <a:p>
            <a:endParaRPr lang="en-GB" sz="600" b="1" noProof="0" dirty="0"/>
          </a:p>
          <a:p>
            <a:r>
              <a:rPr lang="en-GB" noProof="0" dirty="0"/>
              <a:t>This distinction is </a:t>
            </a:r>
            <a:r>
              <a:rPr lang="en-GB" b="1" noProof="0" dirty="0"/>
              <a:t>crucial</a:t>
            </a:r>
            <a:r>
              <a:rPr lang="en-GB" noProof="0" dirty="0"/>
              <a:t>, as it reflects the fact that </a:t>
            </a:r>
            <a:r>
              <a:rPr lang="en-GB" b="1" noProof="0" dirty="0"/>
              <a:t>all elements of a real circuit process their inputs inherently in parallel</a:t>
            </a: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 descr="Immagine che contiene testo, Carattere, ricevuta, schermata&#10;&#10;Il contenuto generato dall'IA potrebbe non essere corretto.">
            <a:extLst>
              <a:ext uri="{FF2B5EF4-FFF2-40B4-BE49-F238E27FC236}">
                <a16:creationId xmlns:a16="http://schemas.microsoft.com/office/drawing/2014/main" id="{20F0BF15-AA3F-F7C9-9EC3-BF811665FC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21" y="4682538"/>
            <a:ext cx="3203540" cy="1688942"/>
          </a:xfrm>
          <a:prstGeom prst="rect">
            <a:avLst/>
          </a:prstGeom>
        </p:spPr>
      </p:pic>
      <p:pic>
        <p:nvPicPr>
          <p:cNvPr id="7" name="Immagine 6" descr="Immagine che contiene diagramma, linea, schizzo, bianco&#10;&#10;Il contenuto generato dall'IA potrebbe non essere corretto.">
            <a:extLst>
              <a:ext uri="{FF2B5EF4-FFF2-40B4-BE49-F238E27FC236}">
                <a16:creationId xmlns:a16="http://schemas.microsoft.com/office/drawing/2014/main" id="{CDD65897-5F2B-B507-3595-0AB7FA66F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452" y="4723147"/>
            <a:ext cx="4973643" cy="168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3395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E62FC-105F-FB0A-6A18-0DA1C285C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BEA679-D7A7-3310-B0A5-B1800DE4F32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Concurrency (2)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2D5C69B-AE9A-0F12-2DD3-2CFDC8D705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Logic gates are </a:t>
            </a:r>
            <a:r>
              <a:rPr lang="en-GB" b="1" noProof="0" dirty="0"/>
              <a:t>physical hardware components</a:t>
            </a:r>
            <a:r>
              <a:rPr lang="en-GB" noProof="0" dirty="0"/>
              <a:t>, they </a:t>
            </a:r>
            <a:r>
              <a:rPr lang="en-GB" b="1" noProof="0" dirty="0"/>
              <a:t>continuously and simultaneously produce an output</a:t>
            </a:r>
            <a:r>
              <a:rPr lang="en-GB" noProof="0" dirty="0"/>
              <a:t> based on their current inputs, they </a:t>
            </a:r>
            <a:r>
              <a:rPr lang="en-GB" b="1" noProof="0" dirty="0"/>
              <a:t>don’t wait their turn</a:t>
            </a:r>
            <a:endParaRPr lang="en-GB" b="1" dirty="0"/>
          </a:p>
          <a:p>
            <a:endParaRPr lang="en-GB" sz="1000" noProof="0" dirty="0"/>
          </a:p>
          <a:p>
            <a:r>
              <a:rPr lang="en-GB" noProof="0" dirty="0"/>
              <a:t>In the example:</a:t>
            </a:r>
          </a:p>
          <a:p>
            <a:pPr lvl="1">
              <a:spcAft>
                <a:spcPts val="0"/>
              </a:spcAft>
            </a:pPr>
            <a:r>
              <a:rPr lang="en-GB" noProof="0" dirty="0"/>
              <a:t>Y, X and T are </a:t>
            </a:r>
            <a:r>
              <a:rPr lang="en-GB" b="1" noProof="0" dirty="0"/>
              <a:t>always available</a:t>
            </a:r>
            <a:r>
              <a:rPr lang="en-GB" noProof="0" dirty="0"/>
              <a:t> and are </a:t>
            </a:r>
            <a:r>
              <a:rPr lang="en-GB" b="1" noProof="0" dirty="0"/>
              <a:t>continuously updated</a:t>
            </a:r>
            <a:endParaRPr lang="en-GB" b="1" dirty="0"/>
          </a:p>
          <a:p>
            <a:pPr lvl="1">
              <a:spcAft>
                <a:spcPts val="0"/>
              </a:spcAft>
            </a:pPr>
            <a:r>
              <a:rPr lang="en-GB" dirty="0"/>
              <a:t>a</a:t>
            </a:r>
            <a:r>
              <a:rPr lang="en-GB" noProof="0" dirty="0" err="1"/>
              <a:t>ny</a:t>
            </a:r>
            <a:r>
              <a:rPr lang="en-GB" noProof="0" dirty="0"/>
              <a:t> change to inputs (A, B, C, D, E) will </a:t>
            </a:r>
            <a:r>
              <a:rPr lang="en-GB" b="1" noProof="0" dirty="0"/>
              <a:t>propagate through the circuit</a:t>
            </a:r>
            <a:r>
              <a:rPr lang="en-GB" noProof="0" dirty="0"/>
              <a:t>, updating T, X Y according to the data dependencies</a:t>
            </a:r>
          </a:p>
          <a:p>
            <a:pPr lvl="1">
              <a:spcAft>
                <a:spcPts val="0"/>
              </a:spcAft>
            </a:pPr>
            <a:r>
              <a:rPr lang="en-GB" noProof="0" dirty="0"/>
              <a:t>the two AND gates and the OR gate </a:t>
            </a:r>
            <a:r>
              <a:rPr lang="en-GB" b="1" noProof="0" dirty="0"/>
              <a:t>process their inputs in parallel</a:t>
            </a:r>
            <a:endParaRPr lang="en-GB" b="1" dirty="0"/>
          </a:p>
          <a:p>
            <a:pPr lvl="1"/>
            <a:endParaRPr lang="en-GB" sz="1000" noProof="0" dirty="0"/>
          </a:p>
          <a:p>
            <a:r>
              <a:rPr lang="en-GB" b="1" noProof="0" dirty="0"/>
              <a:t>The order of the expressions can be rearranged without changing the behaviour of the resulting circuit</a:t>
            </a:r>
            <a:r>
              <a:rPr lang="en-GB" noProof="0" dirty="0"/>
              <a:t>. </a:t>
            </a:r>
          </a:p>
          <a:p>
            <a:pPr lvl="1"/>
            <a:r>
              <a:rPr lang="en-GB" dirty="0"/>
              <a:t>t</a:t>
            </a:r>
            <a:r>
              <a:rPr lang="en-GB" noProof="0" dirty="0"/>
              <a:t>he following architecture is therefore completely equivalent to the previous one:</a:t>
            </a:r>
          </a:p>
          <a:p>
            <a:pPr marL="590550" lvl="1" indent="0">
              <a:spcBef>
                <a:spcPts val="0"/>
              </a:spcBef>
              <a:spcAft>
                <a:spcPts val="0"/>
              </a:spcAft>
              <a:buNone/>
            </a:pPr>
            <a:endParaRPr lang="en-GB" noProof="0" dirty="0"/>
          </a:p>
          <a:p>
            <a:pPr marL="120650" indent="0">
              <a:buNone/>
            </a:pP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8C7593D-FC1E-AB7B-027F-23BF9F92A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056" y="4963972"/>
            <a:ext cx="3037115" cy="1508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5773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79703-2DE4-E555-683E-C92981588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9FEABB-366C-113F-0E81-10AE8D30CDB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Types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37AA242-7156-D11B-6719-F7CA264EF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261447"/>
            <a:ext cx="8612381" cy="4682153"/>
          </a:xfrm>
        </p:spPr>
        <p:txBody>
          <a:bodyPr/>
          <a:lstStyle/>
          <a:p>
            <a:r>
              <a:rPr lang="en-GB" noProof="0" dirty="0"/>
              <a:t>VHDL is </a:t>
            </a:r>
            <a:r>
              <a:rPr lang="en-GB" b="1" noProof="0" dirty="0"/>
              <a:t>flexible</a:t>
            </a:r>
            <a:r>
              <a:rPr lang="en-GB" noProof="0" dirty="0"/>
              <a:t> and allows to define </a:t>
            </a:r>
            <a:r>
              <a:rPr lang="en-GB" b="1" noProof="0" dirty="0"/>
              <a:t>many different kinds of data types</a:t>
            </a:r>
            <a:endParaRPr lang="en-GB" b="1" dirty="0"/>
          </a:p>
          <a:p>
            <a:pPr lvl="1">
              <a:spcAft>
                <a:spcPts val="0"/>
              </a:spcAft>
            </a:pPr>
            <a:r>
              <a:rPr lang="en-GB" noProof="0" dirty="0"/>
              <a:t>bits, bit vectors, integers, floating-point numbers, enumerated types, records, and even user-defined types</a:t>
            </a:r>
          </a:p>
          <a:p>
            <a:pPr lvl="1">
              <a:spcAft>
                <a:spcPts val="0"/>
              </a:spcAft>
            </a:pPr>
            <a:r>
              <a:rPr lang="en-GB" b="1" noProof="0" dirty="0"/>
              <a:t>great for simulation</a:t>
            </a:r>
            <a:r>
              <a:rPr lang="en-GB" noProof="0" dirty="0"/>
              <a:t> (to test a wide range of scenarios and write models that can look more like software)</a:t>
            </a:r>
          </a:p>
          <a:p>
            <a:pPr lvl="1">
              <a:spcAft>
                <a:spcPts val="0"/>
              </a:spcAft>
            </a:pPr>
            <a:r>
              <a:rPr lang="en-GB" dirty="0"/>
              <a:t>n</a:t>
            </a:r>
            <a:r>
              <a:rPr lang="en-GB" noProof="0" dirty="0" err="1"/>
              <a:t>ot</a:t>
            </a:r>
            <a:r>
              <a:rPr lang="en-GB" noProof="0" dirty="0"/>
              <a:t> to </a:t>
            </a:r>
            <a:r>
              <a:rPr lang="en-GB" b="1" noProof="0" dirty="0"/>
              <a:t>move from simulation to synthesis</a:t>
            </a:r>
            <a:r>
              <a:rPr lang="en-GB" noProof="0" dirty="0"/>
              <a:t> (when design is turned into hardware </a:t>
            </a:r>
          </a:p>
          <a:p>
            <a:pPr lvl="1"/>
            <a:endParaRPr lang="en-GB" noProof="0" dirty="0"/>
          </a:p>
          <a:p>
            <a:r>
              <a:rPr lang="en-GB" noProof="0" dirty="0"/>
              <a:t>The hardware must </a:t>
            </a:r>
            <a:r>
              <a:rPr lang="en-GB" b="1" noProof="0" dirty="0"/>
              <a:t>physically implement</a:t>
            </a:r>
            <a:r>
              <a:rPr lang="en-GB" noProof="0" dirty="0"/>
              <a:t> whatever types we’ve used:</a:t>
            </a:r>
          </a:p>
          <a:p>
            <a:pPr lvl="1">
              <a:spcAft>
                <a:spcPts val="0"/>
              </a:spcAft>
            </a:pPr>
            <a:r>
              <a:rPr lang="en-GB" b="1" noProof="0" dirty="0"/>
              <a:t>some types map naturally to hardware</a:t>
            </a:r>
            <a:r>
              <a:rPr lang="en-GB" noProof="0" dirty="0"/>
              <a:t> (bit)</a:t>
            </a:r>
          </a:p>
          <a:p>
            <a:pPr lvl="1">
              <a:spcAft>
                <a:spcPts val="0"/>
              </a:spcAft>
            </a:pPr>
            <a:r>
              <a:rPr lang="en-GB" dirty="0"/>
              <a:t>o</a:t>
            </a:r>
            <a:r>
              <a:rPr lang="en-GB" noProof="0" dirty="0" err="1"/>
              <a:t>ther</a:t>
            </a:r>
            <a:r>
              <a:rPr lang="en-GB" noProof="0" dirty="0"/>
              <a:t> types (floating point or complex user-defined records) </a:t>
            </a:r>
            <a:r>
              <a:rPr lang="en-GB" b="1" noProof="0" dirty="0"/>
              <a:t>do not have a straightforward or efficient hardware representation</a:t>
            </a:r>
            <a:r>
              <a:rPr lang="en-GB" noProof="0" dirty="0"/>
              <a:t> or may not be supported at all</a:t>
            </a:r>
          </a:p>
          <a:p>
            <a:pPr lvl="1">
              <a:spcAft>
                <a:spcPts val="0"/>
              </a:spcAft>
            </a:pPr>
            <a:endParaRPr lang="en-GB" noProof="0" dirty="0"/>
          </a:p>
          <a:p>
            <a:r>
              <a:rPr lang="en-GB" noProof="0" dirty="0"/>
              <a:t>In practice, designers usually </a:t>
            </a:r>
            <a:r>
              <a:rPr lang="en-GB" b="1" noProof="0" dirty="0"/>
              <a:t>stick to a smaller synthesizable subset of data types</a:t>
            </a:r>
            <a:r>
              <a:rPr lang="en-GB" noProof="0" dirty="0"/>
              <a:t>, since synthesis tools know how to translate these into real hardware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770338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A2D0D-B54F-B0F5-B82F-D47703EBC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0F85DF2-8A4F-066A-00BE-2492BC2198B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bit type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A176D89-DB08-20B1-03A8-0F15F23B60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T</a:t>
            </a:r>
            <a:r>
              <a:rPr lang="en-GB" noProof="0" dirty="0"/>
              <a:t>he simplest type available and </a:t>
            </a:r>
            <a:r>
              <a:rPr lang="en-GB" b="1" noProof="0" dirty="0"/>
              <a:t>represents a binary value</a:t>
            </a:r>
            <a:r>
              <a:rPr lang="en-GB" noProof="0" dirty="0"/>
              <a:t> that can only take the logical values 0 and 1</a:t>
            </a:r>
          </a:p>
          <a:p>
            <a:r>
              <a:rPr lang="en-GB" noProof="0" dirty="0"/>
              <a:t>The operators defined for this type include </a:t>
            </a:r>
            <a:endParaRPr lang="en-GB" b="1" dirty="0"/>
          </a:p>
          <a:p>
            <a:pPr lvl="1">
              <a:spcAft>
                <a:spcPts val="0"/>
              </a:spcAft>
            </a:pPr>
            <a:r>
              <a:rPr lang="en-GB" b="1" noProof="0" dirty="0"/>
              <a:t>assignment operators</a:t>
            </a:r>
          </a:p>
          <a:p>
            <a:pPr lvl="1">
              <a:spcAft>
                <a:spcPts val="0"/>
              </a:spcAft>
            </a:pPr>
            <a:r>
              <a:rPr lang="en-GB" b="1" noProof="0" dirty="0"/>
              <a:t>comparison operators</a:t>
            </a:r>
          </a:p>
          <a:p>
            <a:pPr lvl="1">
              <a:spcAft>
                <a:spcPts val="0"/>
              </a:spcAft>
            </a:pPr>
            <a:r>
              <a:rPr lang="en-GB" b="1" noProof="0" dirty="0"/>
              <a:t>logical operators</a:t>
            </a:r>
          </a:p>
          <a:p>
            <a:pPr lvl="1">
              <a:spcAft>
                <a:spcPts val="0"/>
              </a:spcAft>
            </a:pP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 descr="Immagine che contiene testo, Carattere, bianco, tipografia&#10;&#10;Il contenuto generato dall'IA potrebbe non essere corretto.">
            <a:extLst>
              <a:ext uri="{FF2B5EF4-FFF2-40B4-BE49-F238E27FC236}">
                <a16:creationId xmlns:a16="http://schemas.microsoft.com/office/drawing/2014/main" id="{2A9AA8A8-2A9F-1CF9-C0D0-D4E64ED2E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855" y="3182713"/>
            <a:ext cx="2333173" cy="673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3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3224B-B1B4-5C50-156F-7E897C916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0F17A6-D7FE-6F7B-E4C1-4B74835DEE8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 err="1"/>
              <a:t>bit_vector</a:t>
            </a:r>
            <a:r>
              <a:rPr lang="en-GB" dirty="0"/>
              <a:t> type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D3DA23F-B3B5-9482-C057-3E91DA87E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We often have </a:t>
            </a:r>
            <a:r>
              <a:rPr lang="en-GB" b="1" dirty="0"/>
              <a:t>many signals that are related</a:t>
            </a:r>
            <a:endParaRPr lang="en-GB" dirty="0"/>
          </a:p>
          <a:p>
            <a:pPr lvl="1">
              <a:spcAft>
                <a:spcPts val="0"/>
              </a:spcAft>
            </a:pPr>
            <a:r>
              <a:rPr lang="en-GB" dirty="0"/>
              <a:t>binary number, lines of a bus, data lines connecting two components</a:t>
            </a:r>
          </a:p>
          <a:p>
            <a:pPr lvl="1">
              <a:spcAft>
                <a:spcPts val="0"/>
              </a:spcAft>
            </a:pPr>
            <a:r>
              <a:rPr lang="en-GB" dirty="0"/>
              <a:t>we can group them together under one name</a:t>
            </a:r>
          </a:p>
          <a:p>
            <a:pPr lvl="1">
              <a:spcAft>
                <a:spcPts val="0"/>
              </a:spcAft>
            </a:pPr>
            <a:endParaRPr lang="en-GB" dirty="0"/>
          </a:p>
          <a:p>
            <a:r>
              <a:rPr lang="en-GB" b="1" dirty="0"/>
              <a:t>Bit vector</a:t>
            </a:r>
          </a:p>
          <a:p>
            <a:pPr lvl="1">
              <a:spcAft>
                <a:spcPts val="0"/>
              </a:spcAft>
            </a:pPr>
            <a:endParaRPr lang="en-GB" sz="800" dirty="0"/>
          </a:p>
          <a:p>
            <a:pPr marL="590550" lvl="1" indent="0">
              <a:buNone/>
            </a:pPr>
            <a:endParaRPr lang="en-GB" dirty="0"/>
          </a:p>
          <a:p>
            <a:pPr lvl="1"/>
            <a:r>
              <a:rPr lang="en-GB" b="1" noProof="0" dirty="0"/>
              <a:t>composite signal </a:t>
            </a:r>
            <a:r>
              <a:rPr lang="en-GB" noProof="0" dirty="0"/>
              <a:t>made up of (index2 − index1 + 1) bit</a:t>
            </a:r>
          </a:p>
          <a:p>
            <a:pPr lvl="1">
              <a:spcAft>
                <a:spcPts val="0"/>
              </a:spcAft>
            </a:pPr>
            <a:r>
              <a:rPr lang="en-GB" b="1" dirty="0"/>
              <a:t>o</a:t>
            </a:r>
            <a:r>
              <a:rPr lang="en-GB" b="1" noProof="0" dirty="0" err="1"/>
              <a:t>rdering</a:t>
            </a:r>
            <a:r>
              <a:rPr lang="en-GB" b="1" noProof="0" dirty="0"/>
              <a:t> </a:t>
            </a:r>
            <a:r>
              <a:rPr lang="en-GB" noProof="0" dirty="0"/>
              <a:t>by </a:t>
            </a:r>
            <a:r>
              <a:rPr lang="en-GB" b="1" noProof="0" dirty="0"/>
              <a:t>to</a:t>
            </a:r>
            <a:r>
              <a:rPr lang="en-GB" noProof="0" dirty="0"/>
              <a:t> or </a:t>
            </a:r>
            <a:r>
              <a:rPr lang="en-GB" b="1" noProof="0" dirty="0" err="1"/>
              <a:t>downto</a:t>
            </a:r>
            <a:r>
              <a:rPr lang="en-GB" noProof="0" dirty="0"/>
              <a:t> defines which bit is the </a:t>
            </a:r>
            <a:r>
              <a:rPr lang="en-GB" b="1" noProof="0" dirty="0"/>
              <a:t>**most significant bit**</a:t>
            </a:r>
            <a:endParaRPr lang="en-GB" b="1" dirty="0"/>
          </a:p>
          <a:p>
            <a:pPr lvl="2">
              <a:spcAft>
                <a:spcPts val="0"/>
              </a:spcAft>
            </a:pPr>
            <a:r>
              <a:rPr lang="en-GB" noProof="0" dirty="0"/>
              <a:t>index1 to index2, the leftmost element (index1) is the LSB</a:t>
            </a:r>
          </a:p>
          <a:p>
            <a:pPr lvl="2">
              <a:spcAft>
                <a:spcPts val="0"/>
              </a:spcAft>
            </a:pPr>
            <a:r>
              <a:rPr lang="en-GB" noProof="0" dirty="0"/>
              <a:t>index1 </a:t>
            </a:r>
            <a:r>
              <a:rPr lang="en-GB" noProof="0" dirty="0" err="1"/>
              <a:t>downto</a:t>
            </a:r>
            <a:r>
              <a:rPr lang="en-GB" noProof="0" dirty="0"/>
              <a:t> index2, the leftmost element (index1) is the MSB</a:t>
            </a:r>
            <a:r>
              <a:rPr lang="en-GB" dirty="0"/>
              <a:t> 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to </a:t>
            </a:r>
            <a:r>
              <a:rPr lang="en-GB" b="1" dirty="0"/>
              <a:t>access a specific element </a:t>
            </a:r>
            <a:r>
              <a:rPr lang="en-GB" dirty="0"/>
              <a:t>in the vector, write its index in parentheses: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97FE67C-E0B4-3153-8C3F-D047D009F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282" y="2786850"/>
            <a:ext cx="5038271" cy="400034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4AB1E80-7C65-EB0B-6BBC-07A6F0D85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140" y="4047100"/>
            <a:ext cx="5795432" cy="589009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C2BA343E-CA14-CBFC-059D-55FFC76C19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9140" y="5320401"/>
            <a:ext cx="3030460" cy="286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0865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A4C9D-7CD4-E796-D762-9C24190A7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DF93C1-BD6E-C626-422B-C87D1E7ADAC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Integer type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19330D9-6CD9-BB14-21DA-0C37A7F4B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277636"/>
            <a:ext cx="8612381" cy="5267988"/>
          </a:xfrm>
        </p:spPr>
        <p:txBody>
          <a:bodyPr/>
          <a:lstStyle/>
          <a:p>
            <a:r>
              <a:rPr lang="en-GB" dirty="0"/>
              <a:t>Represent </a:t>
            </a:r>
            <a:r>
              <a:rPr lang="en-GB" b="1" dirty="0"/>
              <a:t>numbers</a:t>
            </a:r>
            <a:r>
              <a:rPr lang="en-GB" dirty="0"/>
              <a:t> using </a:t>
            </a:r>
            <a:r>
              <a:rPr lang="en-GB" b="1" dirty="0"/>
              <a:t>32 bits</a:t>
            </a:r>
            <a:r>
              <a:rPr lang="en-GB" dirty="0"/>
              <a:t>, useful to describe </a:t>
            </a:r>
            <a:r>
              <a:rPr lang="en-GB" b="1" dirty="0"/>
              <a:t>counters</a:t>
            </a:r>
            <a:r>
              <a:rPr lang="en-GB" dirty="0"/>
              <a:t>, </a:t>
            </a:r>
            <a:r>
              <a:rPr lang="en-GB" b="1" dirty="0"/>
              <a:t>loop indices</a:t>
            </a:r>
            <a:r>
              <a:rPr lang="en-GB" dirty="0"/>
              <a:t>, or </a:t>
            </a:r>
            <a:r>
              <a:rPr lang="en-GB" b="1" dirty="0"/>
              <a:t>arithmetic operations </a:t>
            </a:r>
            <a:r>
              <a:rPr lang="en-GB" dirty="0"/>
              <a:t>that go beyond simple bits</a:t>
            </a:r>
          </a:p>
          <a:p>
            <a:endParaRPr lang="en-GB" sz="1000" dirty="0"/>
          </a:p>
          <a:p>
            <a:r>
              <a:rPr lang="en-GB" dirty="0"/>
              <a:t>Keep in mind that we are </a:t>
            </a:r>
            <a:r>
              <a:rPr lang="en-GB" b="1" dirty="0"/>
              <a:t>describing hardware</a:t>
            </a:r>
            <a:r>
              <a:rPr lang="en-GB" dirty="0"/>
              <a:t>, not </a:t>
            </a:r>
            <a:r>
              <a:rPr lang="en-GB" b="1" dirty="0"/>
              <a:t>just software </a:t>
            </a:r>
            <a:r>
              <a:rPr lang="en-GB" dirty="0"/>
              <a:t>and we need to be careful</a:t>
            </a:r>
          </a:p>
          <a:p>
            <a:pPr lvl="1"/>
            <a:endParaRPr lang="en-GB" sz="1000" dirty="0"/>
          </a:p>
          <a:p>
            <a:r>
              <a:rPr lang="en-GB" dirty="0"/>
              <a:t>Should they be treated as </a:t>
            </a:r>
            <a:r>
              <a:rPr lang="en-GB" b="1" dirty="0"/>
              <a:t>signed</a:t>
            </a:r>
            <a:r>
              <a:rPr lang="en-GB" dirty="0"/>
              <a:t> or </a:t>
            </a:r>
            <a:r>
              <a:rPr lang="en-GB" b="1" dirty="0"/>
              <a:t>unsigned</a:t>
            </a:r>
            <a:r>
              <a:rPr lang="en-GB" dirty="0"/>
              <a:t>? </a:t>
            </a:r>
          </a:p>
          <a:p>
            <a:pPr lvl="1"/>
            <a:r>
              <a:rPr lang="en-GB" dirty="0"/>
              <a:t>by default, they’re </a:t>
            </a:r>
            <a:r>
              <a:rPr lang="en-GB" b="1" dirty="0"/>
              <a:t>unsigned</a:t>
            </a:r>
          </a:p>
          <a:p>
            <a:pPr lvl="1"/>
            <a:r>
              <a:rPr lang="en-GB" dirty="0"/>
              <a:t>negative numbers should be made explicit</a:t>
            </a:r>
          </a:p>
          <a:p>
            <a:pPr marL="590550" lvl="1" indent="0">
              <a:buNone/>
            </a:pPr>
            <a:endParaRPr lang="en-GB" sz="1000" dirty="0"/>
          </a:p>
          <a:p>
            <a:r>
              <a:rPr lang="en-GB" dirty="0"/>
              <a:t>Declaring a signal as an integer means the synthesis tool sees a 32-bit, not just a small counter or value</a:t>
            </a:r>
          </a:p>
          <a:p>
            <a:pPr lvl="1"/>
            <a:r>
              <a:rPr lang="en-GB" dirty="0"/>
              <a:t>just to count from 0 to 7, the tool will build a 32-bit adder and a bank of 32 flip-flops</a:t>
            </a:r>
          </a:p>
          <a:p>
            <a:pPr lvl="1"/>
            <a:r>
              <a:rPr lang="en-GB" b="1" dirty="0"/>
              <a:t>wasting area </a:t>
            </a:r>
            <a:r>
              <a:rPr lang="en-GB" dirty="0"/>
              <a:t>and </a:t>
            </a:r>
            <a:r>
              <a:rPr lang="en-GB" b="1" dirty="0"/>
              <a:t>power</a:t>
            </a:r>
            <a:r>
              <a:rPr lang="en-GB" dirty="0"/>
              <a:t> when only 3 bits would do</a:t>
            </a:r>
          </a:p>
          <a:p>
            <a:pPr marL="590550" lvl="1" indent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0298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A47A1-3656-74A0-A9ED-538E2469D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A7953A-CA0C-6DDC-51EE-8F754E27F35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IEEE types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D786112-B5C6-272B-2313-7850C38CD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30818"/>
            <a:ext cx="8612381" cy="5305949"/>
          </a:xfrm>
        </p:spPr>
        <p:txBody>
          <a:bodyPr/>
          <a:lstStyle/>
          <a:p>
            <a:r>
              <a:rPr lang="en-GB" noProof="0" dirty="0"/>
              <a:t>The </a:t>
            </a:r>
            <a:r>
              <a:rPr lang="en-GB" b="1" noProof="0" dirty="0"/>
              <a:t>bit</a:t>
            </a:r>
            <a:r>
              <a:rPr lang="en-GB" noProof="0" dirty="0"/>
              <a:t> and </a:t>
            </a:r>
            <a:r>
              <a:rPr lang="en-GB" b="1" noProof="0" dirty="0" err="1"/>
              <a:t>bit_vector</a:t>
            </a:r>
            <a:r>
              <a:rPr lang="en-GB" noProof="0" dirty="0"/>
              <a:t> types have some limitations</a:t>
            </a:r>
          </a:p>
          <a:p>
            <a:pPr lvl="1">
              <a:spcAft>
                <a:spcPts val="0"/>
              </a:spcAft>
            </a:pPr>
            <a:r>
              <a:rPr lang="en-GB" noProof="0" dirty="0"/>
              <a:t>do not allow  to specify </a:t>
            </a:r>
            <a:r>
              <a:rPr lang="en-GB" b="1" noProof="0" dirty="0"/>
              <a:t>don’t care conditions</a:t>
            </a:r>
            <a:r>
              <a:rPr lang="en-GB" noProof="0" dirty="0"/>
              <a:t> </a:t>
            </a:r>
          </a:p>
          <a:p>
            <a:pPr lvl="1">
              <a:spcAft>
                <a:spcPts val="0"/>
              </a:spcAft>
            </a:pPr>
            <a:r>
              <a:rPr lang="en-GB" noProof="0" dirty="0"/>
              <a:t>or </a:t>
            </a:r>
            <a:r>
              <a:rPr lang="en-GB" b="1" noProof="0" dirty="0"/>
              <a:t>high-impedance states</a:t>
            </a:r>
            <a:endParaRPr lang="en-GB" b="1" dirty="0"/>
          </a:p>
          <a:p>
            <a:endParaRPr lang="en-GB" b="1" dirty="0"/>
          </a:p>
          <a:p>
            <a:r>
              <a:rPr lang="en-GB" b="1" dirty="0"/>
              <a:t>S</a:t>
            </a:r>
            <a:r>
              <a:rPr lang="en-GB" b="1" noProof="0" dirty="0" err="1"/>
              <a:t>tandard</a:t>
            </a:r>
            <a:r>
              <a:rPr lang="en-GB" b="1" noProof="0" dirty="0"/>
              <a:t> IEEE library</a:t>
            </a:r>
            <a:r>
              <a:rPr lang="en-GB" noProof="0" dirty="0"/>
              <a:t> defines additional types </a:t>
            </a:r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pPr marL="120650" indent="0">
              <a:buNone/>
            </a:pPr>
            <a:endParaRPr lang="en-GB" dirty="0"/>
          </a:p>
          <a:p>
            <a:pPr marL="120650" indent="0">
              <a:buNone/>
            </a:pPr>
            <a:endParaRPr lang="en-GB" sz="500" noProof="0" dirty="0"/>
          </a:p>
          <a:p>
            <a:pPr lvl="1"/>
            <a:r>
              <a:rPr lang="en-GB" noProof="0" dirty="0"/>
              <a:t>extend basic logic with a </a:t>
            </a:r>
            <a:r>
              <a:rPr lang="en-GB" b="1" noProof="0" dirty="0"/>
              <a:t>9-value system</a:t>
            </a:r>
            <a:r>
              <a:rPr lang="en-GB" noProof="0" dirty="0"/>
              <a:t> as described below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0 : logical value 0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1 : logical value 1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Z’ : high impedance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X : unknown value (could be 0 or 1)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U : uninitialized (no value has ever been assigned)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W : weak unknown signal (cannot be clearly interpreted as 0 or 1)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L : weak signal, interpreted as 0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H : weak signal, interpreted as 1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- : don’t care condition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09F0295-CF37-350E-BD04-75E998BB92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028" y="2795956"/>
            <a:ext cx="3751944" cy="1222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0937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443A5-FB3F-96FA-EAD3-95EF2EFAB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94A3AE-EF43-CFF0-4F08-2E0EE0D962D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Resolved types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382CB9A-D4D6-4030-4742-CF43731E4A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In well-designed combinational logic, we should </a:t>
            </a:r>
            <a:r>
              <a:rPr lang="en-GB" b="1" noProof="0" dirty="0"/>
              <a:t>not directly connect multiple outputs to the same wire</a:t>
            </a:r>
            <a:endParaRPr lang="en-GB" b="1" dirty="0"/>
          </a:p>
          <a:p>
            <a:pPr lvl="1"/>
            <a:r>
              <a:rPr lang="en-GB" b="1" noProof="0" dirty="0"/>
              <a:t>contention</a:t>
            </a:r>
            <a:r>
              <a:rPr lang="en-GB" noProof="0" dirty="0"/>
              <a:t> and </a:t>
            </a:r>
            <a:r>
              <a:rPr lang="en-GB" b="1" noProof="0" dirty="0"/>
              <a:t>physically unsafe</a:t>
            </a:r>
            <a:r>
              <a:rPr lang="en-GB" noProof="0" dirty="0"/>
              <a:t> </a:t>
            </a:r>
          </a:p>
          <a:p>
            <a:r>
              <a:rPr lang="en-GB" noProof="0" dirty="0"/>
              <a:t>In real hardware, sometimes we allow </a:t>
            </a:r>
            <a:r>
              <a:rPr lang="en-GB" b="1" noProof="0" dirty="0"/>
              <a:t>multiple drivers on a shared bus</a:t>
            </a:r>
            <a:r>
              <a:rPr lang="en-GB" noProof="0" dirty="0"/>
              <a:t> </a:t>
            </a:r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r>
              <a:rPr lang="en-GB" noProof="0" dirty="0"/>
              <a:t>A way to determine what the </a:t>
            </a:r>
            <a:r>
              <a:rPr lang="en-GB" b="1" noProof="0" dirty="0"/>
              <a:t>actual signal </a:t>
            </a:r>
            <a:r>
              <a:rPr lang="en-GB" noProof="0" dirty="0"/>
              <a:t>if the drivers conflict</a:t>
            </a:r>
          </a:p>
          <a:p>
            <a:r>
              <a:rPr lang="en-GB" noProof="0" dirty="0"/>
              <a:t>A </a:t>
            </a:r>
            <a:r>
              <a:rPr lang="en-GB" b="1" noProof="0" dirty="0"/>
              <a:t>resolved type</a:t>
            </a:r>
            <a:r>
              <a:rPr lang="en-GB" noProof="0" dirty="0"/>
              <a:t> uses a </a:t>
            </a:r>
            <a:r>
              <a:rPr lang="en-GB" b="1" noProof="0" dirty="0"/>
              <a:t>resolution function </a:t>
            </a:r>
            <a:r>
              <a:rPr lang="en-GB" noProof="0" dirty="0"/>
              <a:t>to combine multiple drivers into a single final value according to </a:t>
            </a:r>
            <a:r>
              <a:rPr lang="en-GB" b="1" noProof="0" dirty="0"/>
              <a:t>predefined rules</a:t>
            </a:r>
            <a:r>
              <a:rPr lang="en-GB" noProof="0" dirty="0"/>
              <a:t> </a:t>
            </a:r>
          </a:p>
          <a:p>
            <a:pPr lvl="1"/>
            <a:r>
              <a:rPr lang="en-GB" dirty="0"/>
              <a:t>e</a:t>
            </a:r>
            <a:r>
              <a:rPr lang="en-GB" noProof="0" dirty="0"/>
              <a:t>.g. H overrides L, conflicts result in X</a:t>
            </a:r>
          </a:p>
          <a:p>
            <a:pPr lvl="1"/>
            <a:r>
              <a:rPr lang="en-GB" b="1" dirty="0" err="1"/>
              <a:t>std_logic</a:t>
            </a:r>
            <a:r>
              <a:rPr lang="en-GB" dirty="0"/>
              <a:t> and </a:t>
            </a:r>
            <a:r>
              <a:rPr lang="en-GB" b="1" dirty="0" err="1"/>
              <a:t>std_logic_vector</a:t>
            </a:r>
            <a:r>
              <a:rPr lang="en-GB" dirty="0"/>
              <a:t> are resolved types</a:t>
            </a:r>
          </a:p>
          <a:p>
            <a:pPr lvl="1"/>
            <a:endParaRPr lang="en-GB" sz="1000" noProof="0" dirty="0"/>
          </a:p>
          <a:p>
            <a:r>
              <a:rPr lang="en-GB" noProof="0" dirty="0"/>
              <a:t>An </a:t>
            </a:r>
            <a:r>
              <a:rPr lang="en-GB" b="1" noProof="0" dirty="0"/>
              <a:t>unresolved types</a:t>
            </a:r>
            <a:r>
              <a:rPr lang="en-GB" noProof="0" dirty="0"/>
              <a:t> (like bit) cannot handle multiple drivers 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 descr="Immagine che contiene linea, diagramma, Parallelo&#10;&#10;Il contenuto generato dall'IA potrebbe non essere corretto.">
            <a:extLst>
              <a:ext uri="{FF2B5EF4-FFF2-40B4-BE49-F238E27FC236}">
                <a16:creationId xmlns:a16="http://schemas.microsoft.com/office/drawing/2014/main" id="{AF8950BC-C48F-AD5F-368D-1D0B81E25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457" y="2413000"/>
            <a:ext cx="5326743" cy="167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4620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FF4F2-920E-B47F-E2D3-876DAE050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AEADBE-B779-5F70-D08E-54A8E32388B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User-defined types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5889F7A-0864-0D69-DFBB-C7F11E1D35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A </a:t>
            </a:r>
            <a:r>
              <a:rPr lang="en-GB" b="1" noProof="0" dirty="0"/>
              <a:t>new type</a:t>
            </a: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characteristics must be explicitly specified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any operator needed to work with this type should be specified </a:t>
            </a:r>
          </a:p>
          <a:p>
            <a:endParaRPr lang="en-GB" noProof="0" dirty="0"/>
          </a:p>
          <a:p>
            <a:r>
              <a:rPr lang="en-GB" noProof="0" dirty="0"/>
              <a:t>VHDL is flexible and offers </a:t>
            </a:r>
            <a:r>
              <a:rPr lang="en-GB" b="1" noProof="0" dirty="0"/>
              <a:t>several mechanisms </a:t>
            </a:r>
            <a:r>
              <a:rPr lang="en-GB" noProof="0" dirty="0"/>
              <a:t>for creating custom types</a:t>
            </a:r>
          </a:p>
          <a:p>
            <a:r>
              <a:rPr lang="en-GB" noProof="0" dirty="0"/>
              <a:t>However, it is usually sufficient to consider just two of these mechanisms</a:t>
            </a:r>
          </a:p>
          <a:p>
            <a:endParaRPr lang="en-GB" sz="1050" noProof="0" dirty="0"/>
          </a:p>
          <a:p>
            <a:pPr lvl="1"/>
            <a:r>
              <a:rPr lang="en-GB" b="1" noProof="0" dirty="0"/>
              <a:t>Subtyping</a:t>
            </a:r>
            <a:r>
              <a:rPr lang="en-GB" noProof="0" dirty="0"/>
              <a:t>: involves defining a new type that is equivalent to an existing type but with </a:t>
            </a:r>
            <a:r>
              <a:rPr lang="en-GB" b="1" noProof="0" dirty="0"/>
              <a:t>a restricted range</a:t>
            </a:r>
            <a:r>
              <a:rPr lang="en-GB" noProof="0" dirty="0"/>
              <a:t> of valid values</a:t>
            </a:r>
          </a:p>
          <a:p>
            <a:pPr lvl="1"/>
            <a:endParaRPr lang="en-GB" sz="1050" dirty="0"/>
          </a:p>
          <a:p>
            <a:pPr lvl="2"/>
            <a:r>
              <a:rPr lang="en-GB" noProof="0" dirty="0"/>
              <a:t>useful for integers, to ensure a binary representation with minimum number of bits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not recommended (</a:t>
            </a:r>
            <a:r>
              <a:rPr lang="en-GB" b="1" dirty="0"/>
              <a:t>rely on the synthesis tool</a:t>
            </a:r>
            <a:r>
              <a:rPr lang="en-GB" dirty="0"/>
              <a:t>) compared to explicitly declaring a </a:t>
            </a:r>
            <a:r>
              <a:rPr lang="en-GB" dirty="0" err="1"/>
              <a:t>std_logic_vector</a:t>
            </a:r>
            <a:r>
              <a:rPr lang="en-GB" dirty="0"/>
              <a:t> or </a:t>
            </a:r>
            <a:r>
              <a:rPr lang="en-GB" dirty="0" err="1"/>
              <a:t>bit_vector</a:t>
            </a:r>
            <a:r>
              <a:rPr lang="en-GB" dirty="0"/>
              <a:t> (</a:t>
            </a:r>
            <a:r>
              <a:rPr lang="en-GB" b="1" dirty="0"/>
              <a:t>hardware representation clear</a:t>
            </a:r>
            <a:r>
              <a:rPr lang="en-GB" dirty="0"/>
              <a:t>)</a:t>
            </a:r>
            <a:endParaRPr lang="en-GB" noProof="0" dirty="0"/>
          </a:p>
          <a:p>
            <a:endParaRPr lang="en-GB" noProof="0" dirty="0"/>
          </a:p>
          <a:p>
            <a:pPr lvl="1"/>
            <a:r>
              <a:rPr lang="en-GB" b="1" noProof="0" dirty="0"/>
              <a:t>Enumeration</a:t>
            </a:r>
            <a:r>
              <a:rPr lang="en-GB" noProof="0" dirty="0"/>
              <a:t>: listing all the symbolic values it can assume</a:t>
            </a:r>
            <a:endParaRPr lang="en-GB" dirty="0"/>
          </a:p>
          <a:p>
            <a:pPr lvl="1"/>
            <a:endParaRPr lang="en-GB" dirty="0"/>
          </a:p>
          <a:p>
            <a:pPr lvl="2"/>
            <a:r>
              <a:rPr lang="en-GB" dirty="0"/>
              <a:t>can makes logic more readable and self-explanatory when you select operations in your design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E95C689-4C34-3A81-BBCD-D261AE13E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423" y="3612412"/>
            <a:ext cx="5308598" cy="270128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1313C0CF-C481-1362-3551-9978406AD6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423" y="5432938"/>
            <a:ext cx="4681312" cy="265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6270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7D353-0C1B-B743-82CD-695B80C6E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CFB008-EBA8-FADF-728F-6D314147172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Slice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F13587D-DABE-7BD3-5A49-887669E19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Essential operations to </a:t>
            </a:r>
            <a:r>
              <a:rPr lang="en-GB" b="1" noProof="0" dirty="0"/>
              <a:t>extract parts of a vector</a:t>
            </a:r>
          </a:p>
          <a:p>
            <a:endParaRPr lang="en-GB" sz="2000" noProof="0" dirty="0"/>
          </a:p>
          <a:p>
            <a:pPr lvl="1">
              <a:spcBef>
                <a:spcPts val="0"/>
              </a:spcBef>
            </a:pPr>
            <a:r>
              <a:rPr lang="en-GB" noProof="0" dirty="0"/>
              <a:t>index1 and index2 must be valid indices for the vector signal</a:t>
            </a:r>
            <a:r>
              <a:rPr lang="en-GB" dirty="0"/>
              <a:t> </a:t>
            </a:r>
            <a:r>
              <a:rPr lang="en-GB" noProof="0" dirty="0"/>
              <a:t>name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must respect the ordering defined by the to or </a:t>
            </a:r>
            <a:r>
              <a:rPr lang="en-GB" noProof="0" dirty="0" err="1"/>
              <a:t>downto</a:t>
            </a:r>
            <a:r>
              <a:rPr lang="en-GB" noProof="0" dirty="0"/>
              <a:t> clause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circuit perspective: a </a:t>
            </a:r>
            <a:r>
              <a:rPr lang="en-GB" b="1" noProof="0" dirty="0"/>
              <a:t>subset of the lines</a:t>
            </a:r>
            <a:r>
              <a:rPr lang="en-GB" noProof="0" dirty="0"/>
              <a:t> within a composite signal</a:t>
            </a:r>
          </a:p>
          <a:p>
            <a:endParaRPr lang="en-GB" sz="1000" noProof="0" dirty="0"/>
          </a:p>
          <a:p>
            <a:r>
              <a:rPr lang="en-GB" dirty="0"/>
              <a:t>Often used to </a:t>
            </a:r>
            <a:r>
              <a:rPr lang="en-GB" b="1" dirty="0"/>
              <a:t>extract certain lines from a bus under a single, more meaningful name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example: a bus that carries an entire word (32 bits) </a:t>
            </a:r>
            <a:r>
              <a:rPr lang="en-GB" dirty="0" err="1"/>
              <a:t>splitted</a:t>
            </a:r>
            <a:r>
              <a:rPr lang="en-GB" dirty="0"/>
              <a:t> into the individual bytes (8 bits each)</a:t>
            </a: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38EABE5-41C4-A6BD-3A74-7987A0629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98" y="1487620"/>
            <a:ext cx="4093031" cy="232559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50178B18-DD3C-A888-7293-CDB140237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848" y="4209944"/>
            <a:ext cx="4592781" cy="2320872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9BDA33B2-EA5A-D865-BB80-A73433019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2777" y="4349635"/>
            <a:ext cx="3767364" cy="207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1366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35195-D232-97B7-439E-68C424F4C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EA95F8-4BA8-6BA0-86CE-145EE8587D8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Concatenate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8D891E7-4552-8796-0031-EEDEAE9B9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The </a:t>
            </a:r>
            <a:r>
              <a:rPr lang="en-GB" b="1" noProof="0" dirty="0"/>
              <a:t>opposite</a:t>
            </a:r>
            <a:r>
              <a:rPr lang="en-GB" noProof="0" dirty="0"/>
              <a:t> of slice: it </a:t>
            </a:r>
            <a:r>
              <a:rPr lang="en-GB" b="1" noProof="0" dirty="0"/>
              <a:t>combines multiple signals</a:t>
            </a:r>
            <a:r>
              <a:rPr lang="en-GB" noProof="0" dirty="0"/>
              <a:t> under a single name. </a:t>
            </a:r>
          </a:p>
          <a:p>
            <a:pPr lvl="1"/>
            <a:r>
              <a:rPr lang="en-GB" noProof="0" dirty="0"/>
              <a:t>operator </a:t>
            </a:r>
            <a:r>
              <a:rPr lang="en-GB" b="1" noProof="0" dirty="0"/>
              <a:t>&amp;</a:t>
            </a:r>
            <a:r>
              <a:rPr lang="en-GB" noProof="0" dirty="0"/>
              <a:t> </a:t>
            </a:r>
          </a:p>
          <a:p>
            <a:pPr lvl="1"/>
            <a:endParaRPr lang="en-GB" noProof="0" dirty="0"/>
          </a:p>
          <a:p>
            <a:r>
              <a:rPr lang="en-GB" noProof="0" dirty="0"/>
              <a:t>Examples: </a:t>
            </a:r>
          </a:p>
          <a:p>
            <a:pPr lvl="1"/>
            <a:r>
              <a:rPr lang="en-GB" noProof="0" dirty="0"/>
              <a:t>reassemble a new bus bus with swapped order</a:t>
            </a:r>
          </a:p>
          <a:p>
            <a:endParaRPr lang="en-GB" noProof="0" dirty="0"/>
          </a:p>
          <a:p>
            <a:endParaRPr lang="en-GB" noProof="0" dirty="0"/>
          </a:p>
          <a:p>
            <a:pPr lvl="1"/>
            <a:r>
              <a:rPr lang="en-GB" noProof="0" dirty="0"/>
              <a:t>group independent signals under a single name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CBF657E-D839-7A3B-872A-905571B0B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683" y="2894425"/>
            <a:ext cx="3097893" cy="257392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50716663-10CE-695E-3211-841A0F55B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1683" y="3971471"/>
            <a:ext cx="4072164" cy="24795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E8A3455B-2141-DF58-1B41-C25AA3EDD6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1683" y="4316185"/>
            <a:ext cx="3097893" cy="594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2886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1B663-C2E2-97EC-B2FE-440E537B8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3479B7-CC30-1621-167A-AA52754546F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Logical Expressions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F11F5A8-C704-B256-CB40-71906E899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207018"/>
            <a:ext cx="8612381" cy="5267988"/>
          </a:xfrm>
        </p:spPr>
        <p:txBody>
          <a:bodyPr/>
          <a:lstStyle/>
          <a:p>
            <a:r>
              <a:rPr lang="en-GB" noProof="0" dirty="0"/>
              <a:t>The operators available for constructing logical expressions are: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L</a:t>
            </a:r>
            <a:r>
              <a:rPr lang="en-GB" noProof="0" dirty="0" err="1"/>
              <a:t>ogical</a:t>
            </a:r>
            <a:r>
              <a:rPr lang="en-GB" noProof="0" dirty="0"/>
              <a:t> expressions describe how signals should be combined to produce other signals, and it is implemented using the </a:t>
            </a:r>
            <a:r>
              <a:rPr lang="en-GB" b="1" noProof="0" dirty="0"/>
              <a:t>signal assignment operator &lt;=</a:t>
            </a:r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r>
              <a:rPr lang="en-GB" dirty="0"/>
              <a:t>Logical expressions belong to the style of specification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66755B9-3F31-5D52-2FB8-3C2DC52AA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50" y="1634841"/>
            <a:ext cx="4486757" cy="1870358"/>
          </a:xfrm>
          <a:prstGeom prst="rect">
            <a:avLst/>
          </a:prstGeom>
        </p:spPr>
      </p:pic>
      <p:pic>
        <p:nvPicPr>
          <p:cNvPr id="10" name="Immagine 9" descr="Immagine che contiene Carattere, tipografia, calligrafia, testo&#10;&#10;Il contenuto generato dall'IA potrebbe non essere corretto.">
            <a:extLst>
              <a:ext uri="{FF2B5EF4-FFF2-40B4-BE49-F238E27FC236}">
                <a16:creationId xmlns:a16="http://schemas.microsoft.com/office/drawing/2014/main" id="{99B67C9E-F2E2-10D1-152E-939C54C60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550" y="4459013"/>
            <a:ext cx="1996621" cy="280377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0EDEA526-6BE9-829F-16C8-8CB60DC481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550" y="4902675"/>
            <a:ext cx="5752193" cy="231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2377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FD68A-68A2-8088-DCED-DFC6C475E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6B101C-C1D1-BEE2-694F-9879BB69248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Truth Tables (1)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B8B14E0-AB0F-6894-A4AC-915DAF1095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We can express truth tables using logical expressions and </a:t>
            </a:r>
            <a:r>
              <a:rPr lang="en-GB" b="1" noProof="0" dirty="0"/>
              <a:t>conditional assignments</a:t>
            </a:r>
            <a:r>
              <a:rPr lang="en-GB" b="1" dirty="0"/>
              <a:t>:</a:t>
            </a:r>
          </a:p>
          <a:p>
            <a:endParaRPr lang="en-GB" b="1" noProof="0" dirty="0"/>
          </a:p>
          <a:p>
            <a:endParaRPr lang="en-GB" b="1" dirty="0"/>
          </a:p>
          <a:p>
            <a:endParaRPr lang="en-GB" b="1" noProof="0" dirty="0"/>
          </a:p>
          <a:p>
            <a:endParaRPr lang="en-GB" b="1" dirty="0"/>
          </a:p>
          <a:p>
            <a:endParaRPr lang="en-GB" sz="2000" b="1" noProof="0" dirty="0"/>
          </a:p>
          <a:p>
            <a:endParaRPr lang="en-GB" dirty="0"/>
          </a:p>
          <a:p>
            <a:r>
              <a:rPr lang="en-GB" dirty="0"/>
              <a:t>Example:</a:t>
            </a: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 descr="Immagine che contiene testo, Carattere, ricevuta, schermata&#10;&#10;Il contenuto generato dall'IA potrebbe non essere corretto.">
            <a:extLst>
              <a:ext uri="{FF2B5EF4-FFF2-40B4-BE49-F238E27FC236}">
                <a16:creationId xmlns:a16="http://schemas.microsoft.com/office/drawing/2014/main" id="{6FE6F5ED-89A8-FDDE-D978-407DA8519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458" y="1846943"/>
            <a:ext cx="3998685" cy="1272309"/>
          </a:xfrm>
          <a:prstGeom prst="rect">
            <a:avLst/>
          </a:prstGeom>
        </p:spPr>
      </p:pic>
      <p:pic>
        <p:nvPicPr>
          <p:cNvPr id="7" name="Immagine 6" descr="Immagine che contiene quadrato&#10;&#10;Il contenuto generato dall'IA potrebbe non essere corretto.">
            <a:extLst>
              <a:ext uri="{FF2B5EF4-FFF2-40B4-BE49-F238E27FC236}">
                <a16:creationId xmlns:a16="http://schemas.microsoft.com/office/drawing/2014/main" id="{DD7E15CA-9767-E621-AD26-21D1C9EB5E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458" y="4079892"/>
            <a:ext cx="1161320" cy="1694385"/>
          </a:xfrm>
          <a:prstGeom prst="rect">
            <a:avLst/>
          </a:prstGeom>
        </p:spPr>
      </p:pic>
      <p:pic>
        <p:nvPicPr>
          <p:cNvPr id="9" name="Immagine 8" descr="Immagine che contiene testo, Carattere, bianco, schermata&#10;&#10;Il contenuto generato dall'IA potrebbe non essere corretto.">
            <a:extLst>
              <a:ext uri="{FF2B5EF4-FFF2-40B4-BE49-F238E27FC236}">
                <a16:creationId xmlns:a16="http://schemas.microsoft.com/office/drawing/2014/main" id="{37474FFB-C649-B4CB-1F3C-D07021E91F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7406" y="4156093"/>
            <a:ext cx="3204936" cy="89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5111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BF1EF-D412-D786-75F4-5345EE765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5E70E2-D8FF-5C8C-B946-937786E0FB2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Truth Tables (2)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EA2855F-09E3-4B94-1E99-19676E8863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Conditional assignment expressions </a:t>
            </a:r>
            <a:r>
              <a:rPr lang="en-GB" b="1" dirty="0"/>
              <a:t>must explicitly cover all possible cases</a:t>
            </a:r>
            <a:r>
              <a:rPr lang="en-GB" dirty="0"/>
              <a:t> </a:t>
            </a:r>
          </a:p>
          <a:p>
            <a:endParaRPr lang="en-GB" dirty="0"/>
          </a:p>
          <a:p>
            <a:r>
              <a:rPr lang="en-GB" dirty="0"/>
              <a:t>If signals were of type </a:t>
            </a:r>
            <a:r>
              <a:rPr lang="en-GB" dirty="0" err="1"/>
              <a:t>std_logic</a:t>
            </a:r>
            <a:r>
              <a:rPr lang="en-GB" dirty="0"/>
              <a:t>, the assignment must take on </a:t>
            </a:r>
            <a:r>
              <a:rPr lang="en-GB" b="1" dirty="0"/>
              <a:t>nine possible values</a:t>
            </a:r>
            <a:r>
              <a:rPr lang="en-GB" dirty="0"/>
              <a:t> for each variable, which is impractical</a:t>
            </a:r>
          </a:p>
          <a:p>
            <a:endParaRPr lang="en-GB" dirty="0"/>
          </a:p>
          <a:p>
            <a:r>
              <a:rPr lang="en-GB" dirty="0"/>
              <a:t>A common solution is to </a:t>
            </a:r>
            <a:r>
              <a:rPr lang="en-GB" b="1" dirty="0"/>
              <a:t>explicitly specify the main conditions</a:t>
            </a:r>
            <a:r>
              <a:rPr lang="en-GB" dirty="0"/>
              <a:t> and then </a:t>
            </a:r>
            <a:r>
              <a:rPr lang="en-GB" b="1" dirty="0"/>
              <a:t>provide a default value</a:t>
            </a:r>
            <a:r>
              <a:rPr lang="en-GB" dirty="0"/>
              <a:t> to cover any cases not explicitly listed: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pPr marL="120650" indent="0">
              <a:buNone/>
            </a:pPr>
            <a:endParaRPr lang="en-GB" sz="1800" noProof="0" dirty="0"/>
          </a:p>
          <a:p>
            <a:r>
              <a:rPr lang="en-GB" dirty="0"/>
              <a:t>By following this strategy, it’s possible to simplify by </a:t>
            </a:r>
            <a:r>
              <a:rPr lang="en-GB" b="1" dirty="0"/>
              <a:t>considering only the on-set or the off-set</a:t>
            </a:r>
            <a:r>
              <a:rPr lang="en-GB" dirty="0"/>
              <a:t>:</a:t>
            </a:r>
          </a:p>
          <a:p>
            <a:endParaRPr lang="en-GB" dirty="0"/>
          </a:p>
          <a:p>
            <a:endParaRPr lang="en-GB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not always the best solution in terms of clarity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only applicable to completely specified functions</a:t>
            </a:r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1BC5FBF-B2F5-E65A-9302-7615AA97C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92" y="3363686"/>
            <a:ext cx="3110594" cy="90340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9CE9DC5-2892-669B-821E-B4A11F79E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692" y="5110936"/>
            <a:ext cx="3110594" cy="466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39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30BCB-52F4-DA2D-AD64-40B06DE0B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DB3B67-CBD3-4263-ADB0-FB5FB27556D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Truth Tables (3)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AE0077A-5E0A-5539-5B91-4682C34DF7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To support also </a:t>
            </a:r>
            <a:r>
              <a:rPr lang="en-GB" b="1" dirty="0"/>
              <a:t>don’t care</a:t>
            </a:r>
            <a:r>
              <a:rPr lang="en-GB" dirty="0"/>
              <a:t>, we need to use signals of type </a:t>
            </a:r>
            <a:r>
              <a:rPr lang="en-GB" dirty="0" err="1"/>
              <a:t>std_logic</a:t>
            </a:r>
            <a:endParaRPr lang="en-GB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 descr="Immagine che contiene quadrato&#10;&#10;Il contenuto generato dall'IA potrebbe non essere corretto.">
            <a:extLst>
              <a:ext uri="{FF2B5EF4-FFF2-40B4-BE49-F238E27FC236}">
                <a16:creationId xmlns:a16="http://schemas.microsoft.com/office/drawing/2014/main" id="{9082388F-B631-CED8-F40B-57C78BAA8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900" y="1622141"/>
            <a:ext cx="1232424" cy="1806859"/>
          </a:xfrm>
          <a:prstGeom prst="rect">
            <a:avLst/>
          </a:prstGeom>
        </p:spPr>
      </p:pic>
      <p:pic>
        <p:nvPicPr>
          <p:cNvPr id="7" name="Immagine 6" descr="Immagine che contiene testo, Carattere, bianco, schermata&#10;&#10;Il contenuto generato dall'IA potrebbe non essere corretto.">
            <a:extLst>
              <a:ext uri="{FF2B5EF4-FFF2-40B4-BE49-F238E27FC236}">
                <a16:creationId xmlns:a16="http://schemas.microsoft.com/office/drawing/2014/main" id="{B3784FF9-BC56-ABEE-E123-F3EF3DED2E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900" y="3569860"/>
            <a:ext cx="3296557" cy="963280"/>
          </a:xfrm>
          <a:prstGeom prst="rect">
            <a:avLst/>
          </a:prstGeom>
        </p:spPr>
      </p:pic>
      <p:pic>
        <p:nvPicPr>
          <p:cNvPr id="9" name="Immagine 8" descr="Immagine che contiene testo, Carattere, bianco, schermata&#10;&#10;Il contenuto generato dall'IA potrebbe non essere corretto.">
            <a:extLst>
              <a:ext uri="{FF2B5EF4-FFF2-40B4-BE49-F238E27FC236}">
                <a16:creationId xmlns:a16="http://schemas.microsoft.com/office/drawing/2014/main" id="{6A9FBFE8-6FCB-B583-8F64-86173858FF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900" y="4674000"/>
            <a:ext cx="3217990" cy="963280"/>
          </a:xfrm>
          <a:prstGeom prst="rect">
            <a:avLst/>
          </a:prstGeom>
        </p:spPr>
      </p:pic>
      <p:pic>
        <p:nvPicPr>
          <p:cNvPr id="11" name="Immagine 10" descr="Immagine che contiene testo, Carattere, bianco, schermata&#10;&#10;Il contenuto generato dall'IA potrebbe non essere corretto.">
            <a:extLst>
              <a:ext uri="{FF2B5EF4-FFF2-40B4-BE49-F238E27FC236}">
                <a16:creationId xmlns:a16="http://schemas.microsoft.com/office/drawing/2014/main" id="{F9E64BD4-8922-C74D-3432-EF2727EA01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900" y="5785342"/>
            <a:ext cx="3217990" cy="70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1218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BFA9A-C460-2B42-A73C-FBFAF0123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7AAE56-1480-A5EE-EFA4-27E61FECEF3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Truth Tables (3)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ABDEA2E-3CFA-229D-9069-AC4BE0F09B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VHDL provides an </a:t>
            </a:r>
            <a:r>
              <a:rPr lang="en-GB" b="1" noProof="0" dirty="0"/>
              <a:t>alternative construct for conditional assignment</a:t>
            </a:r>
            <a:r>
              <a:rPr lang="en-GB" noProof="0" dirty="0"/>
              <a:t>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lvl="1"/>
            <a:r>
              <a:rPr lang="en-GB" noProof="0" dirty="0"/>
              <a:t>more concise comparison expressions</a:t>
            </a:r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pPr lvl="1"/>
            <a:endParaRPr lang="en-GB" dirty="0"/>
          </a:p>
          <a:p>
            <a:pPr lvl="1"/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5" name="Immagine 4" descr="Immagine che contiene testo, Carattere, ricevuta, schermata&#10;&#10;Il contenuto generato dall'IA potrebbe non essere corretto.">
            <a:extLst>
              <a:ext uri="{FF2B5EF4-FFF2-40B4-BE49-F238E27FC236}">
                <a16:creationId xmlns:a16="http://schemas.microsoft.com/office/drawing/2014/main" id="{0A4295A5-CFA8-2A2F-7FC4-B70ED2F96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578" y="1538514"/>
            <a:ext cx="4170136" cy="1324510"/>
          </a:xfrm>
          <a:prstGeom prst="rect">
            <a:avLst/>
          </a:prstGeom>
        </p:spPr>
      </p:pic>
      <p:pic>
        <p:nvPicPr>
          <p:cNvPr id="7" name="Immagine 6" descr="Immagine che contiene testo, Carattere, schermata, numero&#10;&#10;Il contenuto generato dall'IA potrebbe non essere corretto.">
            <a:extLst>
              <a:ext uri="{FF2B5EF4-FFF2-40B4-BE49-F238E27FC236}">
                <a16:creationId xmlns:a16="http://schemas.microsoft.com/office/drawing/2014/main" id="{BD28CEDF-AE7C-B0DA-74F1-51FE4F199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578" y="3429000"/>
            <a:ext cx="2221593" cy="1490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5439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53CA1-9815-47C2-8579-14FD84B5C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EE8370E-38F4-4BC5-7763-7F65A3BCCAB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Structural Description (1)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ACA02EC-D1D0-52DF-ED91-915C97233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What we have covered so far is sufficient for specifying modules of </a:t>
            </a:r>
            <a:r>
              <a:rPr lang="en-GB" b="1" noProof="0" dirty="0"/>
              <a:t>low or moderate complexity</a:t>
            </a:r>
            <a:endParaRPr lang="en-GB" b="1" dirty="0"/>
          </a:p>
          <a:p>
            <a:r>
              <a:rPr lang="en-GB" noProof="0" dirty="0"/>
              <a:t>Not well-suited for designing </a:t>
            </a:r>
            <a:r>
              <a:rPr lang="en-GB" b="1" noProof="0" dirty="0"/>
              <a:t>highly complex circuits</a:t>
            </a:r>
            <a:endParaRPr lang="en-GB" b="1" dirty="0"/>
          </a:p>
          <a:p>
            <a:r>
              <a:rPr lang="en-GB" noProof="0" dirty="0"/>
              <a:t>As in many other areas of science and engineering, a good approach to solving a complex problem is to </a:t>
            </a:r>
            <a:r>
              <a:rPr lang="en-GB" b="1" noProof="0" dirty="0"/>
              <a:t>break it down into simpler subproblems</a:t>
            </a:r>
            <a:r>
              <a:rPr lang="en-GB" noProof="0" dirty="0"/>
              <a:t> and then combine their solutions. </a:t>
            </a:r>
          </a:p>
          <a:p>
            <a:pPr lvl="1"/>
            <a:r>
              <a:rPr lang="en-GB" noProof="0" dirty="0"/>
              <a:t>identifying the system’s basic functions</a:t>
            </a:r>
          </a:p>
          <a:p>
            <a:pPr lvl="1"/>
            <a:r>
              <a:rPr lang="en-GB" noProof="0" dirty="0"/>
              <a:t>designing components that implement these functions*</a:t>
            </a:r>
          </a:p>
          <a:p>
            <a:pPr lvl="1"/>
            <a:r>
              <a:rPr lang="en-GB" noProof="0" dirty="0"/>
              <a:t>then interconnecting these modules appropriately to build the complete system</a:t>
            </a:r>
          </a:p>
          <a:p>
            <a:r>
              <a:rPr lang="en-GB" noProof="0" dirty="0"/>
              <a:t>Simple example: implement XOR gate using only basic gates OR, AND, NOT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B30ACC7E-6B93-24B1-A3C5-78A9A43EFB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07" y="4417785"/>
            <a:ext cx="4635500" cy="1701800"/>
          </a:xfrm>
          <a:prstGeom prst="rect">
            <a:avLst/>
          </a:prstGeom>
        </p:spPr>
      </p:pic>
      <p:pic>
        <p:nvPicPr>
          <p:cNvPr id="5" name="Immagine 4" descr="Immagine che contiene Carattere, tipografia, calligrafia, bianco&#10;&#10;Il contenuto generato dall'IA potrebbe non essere corretto.">
            <a:extLst>
              <a:ext uri="{FF2B5EF4-FFF2-40B4-BE49-F238E27FC236}">
                <a16:creationId xmlns:a16="http://schemas.microsoft.com/office/drawing/2014/main" id="{1360A552-76E3-EDE1-425E-7CD87B4DDC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4114" y="5082722"/>
            <a:ext cx="2524579" cy="37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1480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1C0DA-9782-7BAD-055A-BB30B1DC8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2B04CF4-7CD0-AE51-1D5F-7CEFA7BB2EC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Structural Description (2)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110F0DC-CC5F-6280-1FD0-77F05098D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noProof="0" dirty="0"/>
              <a:t>We first create the basic components</a:t>
            </a:r>
            <a:r>
              <a:rPr lang="en-GB" dirty="0"/>
              <a:t>:</a:t>
            </a:r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endParaRPr lang="en-GB" noProof="0" dirty="0"/>
          </a:p>
          <a:p>
            <a:endParaRPr lang="en-GB" dirty="0"/>
          </a:p>
          <a:p>
            <a:r>
              <a:rPr lang="en-GB" dirty="0"/>
              <a:t>We can solve the problem </a:t>
            </a:r>
            <a:r>
              <a:rPr lang="en-GB" b="1" dirty="0"/>
              <a:t>by connecting these components appropriately. </a:t>
            </a:r>
            <a:r>
              <a:rPr lang="en-GB" dirty="0"/>
              <a:t>We start by defining the entity for the XOR gate, which will have two inputs and one output:</a:t>
            </a:r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pic>
        <p:nvPicPr>
          <p:cNvPr id="4" name="Immagine 3" descr="Immagine che contiene testo, Carattere, schermata, bianco&#10;&#10;Il contenuto generato dall'IA potrebbe non essere corretto.">
            <a:extLst>
              <a:ext uri="{FF2B5EF4-FFF2-40B4-BE49-F238E27FC236}">
                <a16:creationId xmlns:a16="http://schemas.microsoft.com/office/drawing/2014/main" id="{750B64F0-5F26-64FD-895B-0B75CB5A2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561959"/>
            <a:ext cx="2445657" cy="1903134"/>
          </a:xfrm>
          <a:prstGeom prst="rect">
            <a:avLst/>
          </a:prstGeom>
        </p:spPr>
      </p:pic>
      <p:pic>
        <p:nvPicPr>
          <p:cNvPr id="5" name="Immagine 4" descr="Immagine che contiene testo, Carattere, schermata, bianco&#10;&#10;Il contenuto generato dall'IA potrebbe non essere corretto.">
            <a:extLst>
              <a:ext uri="{FF2B5EF4-FFF2-40B4-BE49-F238E27FC236}">
                <a16:creationId xmlns:a16="http://schemas.microsoft.com/office/drawing/2014/main" id="{D5C131D1-6328-89E6-5F88-768198B49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7218" y="1561960"/>
            <a:ext cx="2377644" cy="1967982"/>
          </a:xfrm>
          <a:prstGeom prst="rect">
            <a:avLst/>
          </a:prstGeom>
        </p:spPr>
      </p:pic>
      <p:pic>
        <p:nvPicPr>
          <p:cNvPr id="6" name="Immagine 5" descr="Immagine che contiene testo, Carattere, schermata, bianco&#10;&#10;Il contenuto generato dall'IA potrebbe non essere corretto.">
            <a:extLst>
              <a:ext uri="{FF2B5EF4-FFF2-40B4-BE49-F238E27FC236}">
                <a16:creationId xmlns:a16="http://schemas.microsoft.com/office/drawing/2014/main" id="{6C7F5D73-0BAC-CF84-3CEF-248D58A63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9397" y="1561959"/>
            <a:ext cx="2439649" cy="1967983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1E4B9EF7-9C88-9F2B-0562-AC0F5EFDB7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800" y="4814207"/>
            <a:ext cx="2445657" cy="1032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8044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79339-D4B7-0F17-2A3F-AFE72852B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9A4F9C-BF7D-CDA0-92E1-585145C4BDF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Structural Description (3)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D7066B4-0C3A-6E0A-8FFB-88C74AAA88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85247"/>
            <a:ext cx="8612381" cy="4986953"/>
          </a:xfrm>
        </p:spPr>
        <p:txBody>
          <a:bodyPr/>
          <a:lstStyle/>
          <a:p>
            <a:r>
              <a:rPr lang="en-GB" dirty="0"/>
              <a:t>To avoid any misunderstanding: there is a </a:t>
            </a:r>
            <a:r>
              <a:rPr lang="en-GB" b="1" dirty="0"/>
              <a:t>fundamental difference </a:t>
            </a:r>
            <a:r>
              <a:rPr lang="en-GB" dirty="0"/>
              <a:t>between the operator "and" the "AND2_GATE" component we defined</a:t>
            </a:r>
          </a:p>
          <a:p>
            <a:pPr lvl="1"/>
            <a:r>
              <a:rPr lang="en-GB" dirty="0"/>
              <a:t>the operator is built into the language and </a:t>
            </a:r>
            <a:r>
              <a:rPr lang="en-GB" b="1" dirty="0"/>
              <a:t>can only be used inside expressions</a:t>
            </a:r>
          </a:p>
          <a:p>
            <a:pPr lvl="1"/>
            <a:r>
              <a:rPr lang="en-GB" dirty="0"/>
              <a:t>AND2_GATE is a generic component that </a:t>
            </a:r>
            <a:r>
              <a:rPr lang="en-GB" b="1" dirty="0"/>
              <a:t>cannot be used in an expression, it must be instantiated</a:t>
            </a:r>
            <a:r>
              <a:rPr lang="en-GB" dirty="0"/>
              <a:t>, which means inserting it into the design specification and connecting it properly to other components using signals</a:t>
            </a:r>
          </a:p>
          <a:p>
            <a:pPr lvl="1"/>
            <a:endParaRPr lang="en-GB" dirty="0"/>
          </a:p>
          <a:p>
            <a:r>
              <a:rPr lang="en-GB" dirty="0"/>
              <a:t>Considering this point, the declarative part of the architecture </a:t>
            </a:r>
            <a:r>
              <a:rPr lang="en-GB" b="1" dirty="0"/>
              <a:t>must specify the names and types of any components it uses</a:t>
            </a:r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pPr lvl="1"/>
            <a:r>
              <a:rPr lang="en-GB" dirty="0"/>
              <a:t>it is identical to its corresponding entity declaration, except that it uses the </a:t>
            </a:r>
            <a:r>
              <a:rPr lang="en-GB" b="1" dirty="0"/>
              <a:t>keyword</a:t>
            </a:r>
            <a:r>
              <a:rPr lang="en-GB" dirty="0"/>
              <a:t> </a:t>
            </a:r>
            <a:r>
              <a:rPr lang="en-GB" b="1" dirty="0"/>
              <a:t>component</a:t>
            </a:r>
            <a:r>
              <a:rPr lang="en-GB" dirty="0"/>
              <a:t> instead of entity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98A476BB-9428-1E3A-06AE-CE7CF6CE95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21" y="4206421"/>
            <a:ext cx="2903765" cy="924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6161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5F06E-431F-890D-BF8E-D00689F3B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EDF712-237E-2A19-B3BC-938D916E6A0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Structural Description (4)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5CA1B97-CAF1-A09C-4561-04ABD0F5E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495" y="1043733"/>
            <a:ext cx="2844479" cy="546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1145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39562-3377-ECF9-8894-FC79D39FE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5727A2-5054-DF96-4E2E-C484FF60693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Structural Description (5)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F189862-135C-BC05-E021-A551BA52DC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43733"/>
            <a:ext cx="8612381" cy="5267988"/>
          </a:xfrm>
        </p:spPr>
        <p:txBody>
          <a:bodyPr/>
          <a:lstStyle/>
          <a:p>
            <a:r>
              <a:rPr lang="en-GB" dirty="0"/>
              <a:t>We have declared everything needed to proceed with </a:t>
            </a:r>
            <a:r>
              <a:rPr lang="en-GB" b="1" dirty="0"/>
              <a:t>building the circuit</a:t>
            </a:r>
          </a:p>
          <a:p>
            <a:r>
              <a:rPr lang="en-GB" dirty="0"/>
              <a:t>we need to </a:t>
            </a:r>
            <a:r>
              <a:rPr lang="en-GB" b="1" dirty="0"/>
              <a:t>instantiate the components</a:t>
            </a:r>
          </a:p>
          <a:p>
            <a:endParaRPr lang="en-GB" b="1" dirty="0"/>
          </a:p>
          <a:p>
            <a:endParaRPr lang="en-GB" b="1" dirty="0"/>
          </a:p>
          <a:p>
            <a:endParaRPr lang="en-GB" sz="500" b="1" dirty="0"/>
          </a:p>
          <a:p>
            <a:pPr lvl="1"/>
            <a:r>
              <a:rPr lang="en-GB" b="1" dirty="0"/>
              <a:t>assign a name</a:t>
            </a:r>
            <a:r>
              <a:rPr lang="en-GB" dirty="0"/>
              <a:t> to each instance (</a:t>
            </a:r>
            <a:r>
              <a:rPr lang="en-GB" b="1" dirty="0"/>
              <a:t>unique within the architecture</a:t>
            </a:r>
            <a:r>
              <a:rPr lang="en-GB" dirty="0"/>
              <a:t> </a:t>
            </a:r>
          </a:p>
          <a:p>
            <a:pPr lvl="2">
              <a:spcBef>
                <a:spcPts val="0"/>
              </a:spcBef>
              <a:spcAft>
                <a:spcPts val="0"/>
              </a:spcAft>
            </a:pPr>
            <a:r>
              <a:rPr lang="en-GB" b="1" dirty="0"/>
              <a:t>no connection </a:t>
            </a:r>
            <a:r>
              <a:rPr lang="en-GB" dirty="0"/>
              <a:t>to the name of the component being instantiated</a:t>
            </a:r>
          </a:p>
          <a:p>
            <a:pPr lvl="1"/>
            <a:r>
              <a:rPr lang="en-GB" dirty="0"/>
              <a:t>specifies </a:t>
            </a:r>
            <a:r>
              <a:rPr lang="en-GB" b="1" dirty="0"/>
              <a:t>how ports of the instance are connected to the signals in the architecture</a:t>
            </a:r>
          </a:p>
          <a:p>
            <a:pPr lvl="1"/>
            <a:endParaRPr lang="en-GB" sz="1050" b="1" dirty="0"/>
          </a:p>
          <a:p>
            <a:r>
              <a:rPr lang="en-GB" dirty="0"/>
              <a:t>At this point, we can complete the body of the XOR architecture by simply listing all the instances that make it up:</a:t>
            </a:r>
          </a:p>
          <a:p>
            <a:pPr lvl="1"/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4EF04E3-44A9-4ECD-A81B-27F21E1D9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872" y="1742162"/>
            <a:ext cx="4123871" cy="700855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45841EC8-8BBA-E9FA-C676-75869F98DF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0822" y="3595503"/>
            <a:ext cx="5100864" cy="227624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D9CEB68C-E7CD-91DA-CEA5-69CEEC2DE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872" y="4609921"/>
            <a:ext cx="3002642" cy="1996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9672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E7208-59A1-EB49-5992-AD438E72D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8CFFB95-F7D0-6AB2-6A81-AF88A319FCE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Process (1) 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70BC0F6-3E14-C7D3-D032-17A4BD20B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85247"/>
            <a:ext cx="8612381" cy="4986953"/>
          </a:xfrm>
        </p:spPr>
        <p:txBody>
          <a:bodyPr/>
          <a:lstStyle/>
          <a:p>
            <a:r>
              <a:rPr lang="en-GB" noProof="0" dirty="0"/>
              <a:t>A </a:t>
            </a:r>
            <a:r>
              <a:rPr lang="en-GB" b="1" noProof="0" dirty="0"/>
              <a:t>composed</a:t>
            </a:r>
            <a:r>
              <a:rPr lang="en-GB" noProof="0" dirty="0"/>
              <a:t> </a:t>
            </a:r>
            <a:r>
              <a:rPr lang="en-GB" b="1" noProof="0" dirty="0"/>
              <a:t>concurrent statement</a:t>
            </a: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like a signal assignment or a conditional assignment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groups a set of sequential statements </a:t>
            </a:r>
            <a:r>
              <a:rPr lang="en-GB" b="1" noProof="0" dirty="0"/>
              <a:t>executed in order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the process itself is </a:t>
            </a:r>
            <a:r>
              <a:rPr lang="en-GB" b="1" noProof="0" dirty="0"/>
              <a:t>evaluated concurrently</a:t>
            </a:r>
            <a:r>
              <a:rPr lang="en-GB" noProof="0" dirty="0"/>
              <a:t> with other statements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r>
              <a:rPr lang="en-GB" noProof="0" dirty="0"/>
              <a:t>A (optional) </a:t>
            </a:r>
            <a:r>
              <a:rPr lang="en-GB" b="1" noProof="0" dirty="0"/>
              <a:t>name</a:t>
            </a:r>
            <a:r>
              <a:rPr lang="en-GB" noProof="0" dirty="0"/>
              <a:t>, to improve readability and clarity)</a:t>
            </a:r>
          </a:p>
          <a:p>
            <a:r>
              <a:rPr lang="en-GB" dirty="0"/>
              <a:t>A</a:t>
            </a:r>
            <a:r>
              <a:rPr lang="en-GB" noProof="0" dirty="0"/>
              <a:t> (optional) declarative region</a:t>
            </a:r>
          </a:p>
          <a:p>
            <a:r>
              <a:rPr lang="en-GB" dirty="0"/>
              <a:t>A</a:t>
            </a:r>
            <a:r>
              <a:rPr lang="en-GB" noProof="0" dirty="0"/>
              <a:t> </a:t>
            </a:r>
            <a:r>
              <a:rPr lang="en-GB" b="1" noProof="0" dirty="0"/>
              <a:t>statement body</a:t>
            </a:r>
            <a:endParaRPr lang="en-GB" b="1" dirty="0"/>
          </a:p>
          <a:p>
            <a:r>
              <a:rPr lang="en-GB" dirty="0"/>
              <a:t>A</a:t>
            </a:r>
            <a:r>
              <a:rPr lang="en-GB" noProof="0" dirty="0"/>
              <a:t> </a:t>
            </a:r>
            <a:r>
              <a:rPr lang="en-GB" b="1" noProof="0" dirty="0"/>
              <a:t>sensitivity list</a:t>
            </a:r>
            <a:endParaRPr lang="en-GB" b="1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signals that can </a:t>
            </a:r>
            <a:r>
              <a:rPr lang="en-GB" b="1" noProof="0" dirty="0"/>
              <a:t>trigger </a:t>
            </a:r>
            <a:r>
              <a:rPr lang="en-GB" b="1" dirty="0"/>
              <a:t>the</a:t>
            </a:r>
            <a:r>
              <a:rPr lang="en-GB" b="1" noProof="0" dirty="0"/>
              <a:t> execution</a:t>
            </a:r>
            <a:endParaRPr lang="en-GB" b="1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t</a:t>
            </a:r>
            <a:r>
              <a:rPr lang="en-GB" noProof="0" dirty="0"/>
              <a:t>he process is evaluated only when an "event" occurs on one or more signals in the sensitivity list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D94B5CC-2144-5A25-16AB-B89EA3623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228" y="2377712"/>
            <a:ext cx="4230915" cy="1230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0935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A00A9-EBEA-9A4F-1942-061EDB559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BB1B0C-8059-DE9E-6E2E-797FA24FBB4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Process (2)  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52C0085-31D9-9CB4-CCDE-C4349901F9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85247"/>
            <a:ext cx="8612381" cy="5251520"/>
          </a:xfrm>
        </p:spPr>
        <p:txBody>
          <a:bodyPr/>
          <a:lstStyle/>
          <a:p>
            <a:r>
              <a:rPr lang="en-GB" noProof="0" dirty="0"/>
              <a:t>To clarify the concept, let’s consider a general concurrent statement</a:t>
            </a:r>
          </a:p>
          <a:p>
            <a:endParaRPr lang="en-GB" dirty="0"/>
          </a:p>
          <a:p>
            <a:endParaRPr lang="en-GB" noProof="0" dirty="0"/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it automatically update Z whenever there is a change (</a:t>
            </a:r>
            <a:r>
              <a:rPr lang="en-GB" b="1" noProof="0" dirty="0"/>
              <a:t>event</a:t>
            </a:r>
            <a:r>
              <a:rPr lang="en-GB" noProof="0" dirty="0"/>
              <a:t>) on any of the signals X, Y, or T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noProof="0" dirty="0"/>
              <a:t>hardware this statement continuously monitors these signals in parallel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endParaRPr lang="en-GB" noProof="0" dirty="0"/>
          </a:p>
          <a:p>
            <a:r>
              <a:rPr lang="en-GB" noProof="0" dirty="0"/>
              <a:t>To describe the same logic inside a process, we need to make sure the process </a:t>
            </a:r>
            <a:r>
              <a:rPr lang="en-GB" b="1" noProof="0" dirty="0"/>
              <a:t>knows which signals should trigger</a:t>
            </a:r>
            <a:r>
              <a:rPr lang="en-GB" noProof="0" dirty="0"/>
              <a:t> its execution:</a:t>
            </a:r>
          </a:p>
          <a:p>
            <a:endParaRPr lang="en-GB" dirty="0"/>
          </a:p>
          <a:p>
            <a:endParaRPr lang="en-GB" noProof="0" dirty="0"/>
          </a:p>
          <a:p>
            <a:endParaRPr lang="en-GB" sz="1000" noProof="0" dirty="0"/>
          </a:p>
          <a:p>
            <a:endParaRPr lang="en-GB" dirty="0"/>
          </a:p>
          <a:p>
            <a:pPr marL="120650" indent="0">
              <a:buNone/>
            </a:pPr>
            <a:endParaRPr lang="en-GB" dirty="0"/>
          </a:p>
          <a:p>
            <a:r>
              <a:rPr lang="en-GB" dirty="0"/>
              <a:t>The </a:t>
            </a:r>
            <a:r>
              <a:rPr lang="en-GB" b="1" dirty="0"/>
              <a:t>sequential constructs</a:t>
            </a:r>
            <a:r>
              <a:rPr lang="en-GB" dirty="0"/>
              <a:t> that can be used </a:t>
            </a:r>
            <a:r>
              <a:rPr lang="en-GB" b="1" dirty="0"/>
              <a:t>inside the body of a process </a:t>
            </a:r>
            <a:r>
              <a:rPr lang="en-GB" dirty="0"/>
              <a:t>are the same as those found in </a:t>
            </a:r>
            <a:r>
              <a:rPr lang="en-GB" b="1" dirty="0"/>
              <a:t>most programming languages</a:t>
            </a:r>
            <a:r>
              <a:rPr lang="en-GB" dirty="0"/>
              <a:t>: 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expressions and assignments, conditional statements, and loops</a:t>
            </a:r>
          </a:p>
          <a:p>
            <a:pPr lvl="1">
              <a:spcBef>
                <a:spcPts val="0"/>
              </a:spcBef>
              <a:spcAft>
                <a:spcPts val="0"/>
              </a:spcAft>
            </a:pPr>
            <a:r>
              <a:rPr lang="en-GB" dirty="0"/>
              <a:t>loops require </a:t>
            </a:r>
            <a:r>
              <a:rPr lang="en-GB" b="1" dirty="0"/>
              <a:t>care</a:t>
            </a:r>
            <a:r>
              <a:rPr lang="en-GB" dirty="0"/>
              <a:t>, they can lead to issues when synthesizing into hardware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CC496C99-EDC7-C76A-1D68-C03783BF5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090" y="1733334"/>
            <a:ext cx="1701196" cy="297197"/>
          </a:xfrm>
          <a:prstGeom prst="rect">
            <a:avLst/>
          </a:prstGeom>
        </p:spPr>
      </p:pic>
      <p:pic>
        <p:nvPicPr>
          <p:cNvPr id="7" name="Immagine 6" descr="Immagine che contiene testo, Carattere, bianco, schermata&#10;&#10;Il contenuto generato dall'IA potrebbe non essere corretto.">
            <a:extLst>
              <a:ext uri="{FF2B5EF4-FFF2-40B4-BE49-F238E27FC236}">
                <a16:creationId xmlns:a16="http://schemas.microsoft.com/office/drawing/2014/main" id="{B9405713-3D9E-CBCA-286A-119D49AF8D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090" y="3774536"/>
            <a:ext cx="2409371" cy="963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3680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FEF98-2347-95F2-1A03-27A945C63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71617C-1D87-B036-74CD-C1404080F2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Testbench (1)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B4A3BC3-2578-9895-B331-D69A461BE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85247"/>
            <a:ext cx="8612381" cy="4986953"/>
          </a:xfrm>
        </p:spPr>
        <p:txBody>
          <a:bodyPr/>
          <a:lstStyle/>
          <a:p>
            <a:r>
              <a:rPr lang="en-GB" dirty="0"/>
              <a:t>A special module used to </a:t>
            </a:r>
            <a:r>
              <a:rPr lang="en-GB" b="1" dirty="0"/>
              <a:t>verify the behaviour of another module </a:t>
            </a:r>
            <a:r>
              <a:rPr lang="en-GB" dirty="0"/>
              <a:t>(device under test </a:t>
            </a:r>
            <a:r>
              <a:rPr lang="en-GB" b="1" dirty="0"/>
              <a:t>DUT</a:t>
            </a:r>
            <a:r>
              <a:rPr lang="en-GB" dirty="0"/>
              <a:t>) </a:t>
            </a:r>
          </a:p>
          <a:p>
            <a:pPr lvl="1"/>
            <a:r>
              <a:rPr lang="en-GB" dirty="0"/>
              <a:t>generates and applies input signals to the DUT</a:t>
            </a:r>
          </a:p>
          <a:p>
            <a:pPr lvl="1"/>
            <a:r>
              <a:rPr lang="en-GB" dirty="0"/>
              <a:t>observes the outputs to ensure they match the </a:t>
            </a:r>
            <a:r>
              <a:rPr lang="en-GB" b="1" dirty="0"/>
              <a:t>expected results</a:t>
            </a:r>
          </a:p>
          <a:p>
            <a:pPr lvl="1"/>
            <a:r>
              <a:rPr lang="en-GB" dirty="0"/>
              <a:t>the sets of input values and their corresponding expected outputs are called </a:t>
            </a:r>
            <a:r>
              <a:rPr lang="en-GB" b="1" dirty="0"/>
              <a:t>test vectors</a:t>
            </a:r>
          </a:p>
          <a:p>
            <a:r>
              <a:rPr lang="en-GB" dirty="0"/>
              <a:t>Example: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7D7D7D6-BC0E-0500-4A9C-57B10DE54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850" y="3649695"/>
            <a:ext cx="3163207" cy="31145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1492B55-DBC3-076F-B6F5-4BB583BB5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50" y="4064907"/>
            <a:ext cx="3511550" cy="243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2666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4D54E-5138-1298-57AE-4A5D4F166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48B981-D6BA-BAC8-D0C1-FC99CEA3227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Testbench (2) </a:t>
            </a:r>
          </a:p>
        </p:txBody>
      </p:sp>
      <p:pic>
        <p:nvPicPr>
          <p:cNvPr id="11" name="Immagine 10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FFA19132-94D8-2A7E-28F9-979E4E156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601" y="1032847"/>
            <a:ext cx="4299909" cy="554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0643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BD6E2-9E43-950B-F5A7-181031E68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852B0E-4B05-E419-AEBC-891C7340077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Testbench (3)  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BF34A27-DF3B-F677-3D89-225A91418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85247"/>
            <a:ext cx="8612381" cy="4986953"/>
          </a:xfrm>
        </p:spPr>
        <p:txBody>
          <a:bodyPr/>
          <a:lstStyle/>
          <a:p>
            <a:r>
              <a:rPr lang="en-GB" dirty="0"/>
              <a:t>Testbenches are </a:t>
            </a:r>
            <a:r>
              <a:rPr lang="en-GB" b="1" dirty="0"/>
              <a:t>simulated</a:t>
            </a:r>
            <a:r>
              <a:rPr lang="en-GB" dirty="0"/>
              <a:t> in the same way as other HDL modules; however, they are </a:t>
            </a:r>
            <a:r>
              <a:rPr lang="en-GB" b="1" dirty="0"/>
              <a:t>not synthesizable</a:t>
            </a:r>
            <a:r>
              <a:rPr lang="en-GB" dirty="0"/>
              <a:t> and are </a:t>
            </a:r>
            <a:r>
              <a:rPr lang="en-GB" b="1" dirty="0"/>
              <a:t>used purely for verification purposes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6867635"/>
      </p:ext>
    </p:extLst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9b5433c-2372-4cb7-8bab-09518096b29b" xsi:nil="true"/>
    <lcf76f155ced4ddcb4097134ff3c332f xmlns="3bd0d43f-5e5b-43cd-b6fc-691bd77672c6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8FA822B18A0634FB7342CF29752587A" ma:contentTypeVersion="12" ma:contentTypeDescription="Creare un nuovo documento." ma:contentTypeScope="" ma:versionID="4c8b1e8002f5a6c880c83187af115cef">
  <xsd:schema xmlns:xsd="http://www.w3.org/2001/XMLSchema" xmlns:xs="http://www.w3.org/2001/XMLSchema" xmlns:p="http://schemas.microsoft.com/office/2006/metadata/properties" xmlns:ns2="3bd0d43f-5e5b-43cd-b6fc-691bd77672c6" xmlns:ns3="e9b5433c-2372-4cb7-8bab-09518096b29b" targetNamespace="http://schemas.microsoft.com/office/2006/metadata/properties" ma:root="true" ma:fieldsID="618b708abf3b656f834d84e193700042" ns2:_="" ns3:_="">
    <xsd:import namespace="3bd0d43f-5e5b-43cd-b6fc-691bd77672c6"/>
    <xsd:import namespace="e9b5433c-2372-4cb7-8bab-09518096b29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d0d43f-5e5b-43cd-b6fc-691bd77672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b3f316dc-fb4b-4146-8b22-f4ef2efe4b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b5433c-2372-4cb7-8bab-09518096b29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c4bbe8c-9a55-4d5f-b385-d948ddfe6c4d}" ma:internalName="TaxCatchAll" ma:showField="CatchAllData" ma:web="e9b5433c-2372-4cb7-8bab-09518096b2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1573670-86A5-481D-B06C-CD125DA564C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415B781-5FE3-43F9-8381-1BCC156E62C6}">
  <ds:schemaRefs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purl.org/dc/dcmitype/"/>
    <ds:schemaRef ds:uri="http://purl.org/dc/elements/1.1/"/>
    <ds:schemaRef ds:uri="http://schemas.microsoft.com/office/2006/metadata/properties"/>
    <ds:schemaRef ds:uri="3bd0d43f-5e5b-43cd-b6fc-691bd77672c6"/>
    <ds:schemaRef ds:uri="http://schemas.microsoft.com/office/infopath/2007/PartnerControls"/>
    <ds:schemaRef ds:uri="e9b5433c-2372-4cb7-8bab-09518096b29b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88909329-C4D5-4649-B44A-DEFE6254F8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d0d43f-5e5b-43cd-b6fc-691bd77672c6"/>
    <ds:schemaRef ds:uri="e9b5433c-2372-4cb7-8bab-09518096b2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16976</TotalTime>
  <Words>3450</Words>
  <Application>Microsoft Macintosh PowerPoint</Application>
  <PresentationFormat>Presentazione su schermo (4:3)</PresentationFormat>
  <Paragraphs>752</Paragraphs>
  <Slides>44</Slides>
  <Notes>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44</vt:i4>
      </vt:variant>
    </vt:vector>
  </HeadingPairs>
  <TitlesOfParts>
    <vt:vector size="48" baseType="lpstr">
      <vt:lpstr>Economica</vt:lpstr>
      <vt:lpstr>Arial</vt:lpstr>
      <vt:lpstr>Open Sans</vt:lpstr>
      <vt:lpstr>Luxe</vt:lpstr>
      <vt:lpstr>Hardware Description Languages</vt:lpstr>
      <vt:lpstr>Index</vt:lpstr>
      <vt:lpstr>Computer-Aided Design (CAD)</vt:lpstr>
      <vt:lpstr>Levels of Abstraction</vt:lpstr>
      <vt:lpstr>Structural Level (gate-level)</vt:lpstr>
      <vt:lpstr>RTL level (data-flow)</vt:lpstr>
      <vt:lpstr>Algorithmic level (behavioural)</vt:lpstr>
      <vt:lpstr>Specification</vt:lpstr>
      <vt:lpstr>Structural for higher levels, RTL for leaf modules</vt:lpstr>
      <vt:lpstr>Entities (1)</vt:lpstr>
      <vt:lpstr>Entities (2)</vt:lpstr>
      <vt:lpstr>Entities (3)</vt:lpstr>
      <vt:lpstr>Entities (4)</vt:lpstr>
      <vt:lpstr>Entities (5)</vt:lpstr>
      <vt:lpstr>Entity construct (1)</vt:lpstr>
      <vt:lpstr>Entity construct (2)</vt:lpstr>
      <vt:lpstr>Architecture construct (1)</vt:lpstr>
      <vt:lpstr>Architecture construct (2)</vt:lpstr>
      <vt:lpstr>Concurrency (1)</vt:lpstr>
      <vt:lpstr>Concurrency (2)</vt:lpstr>
      <vt:lpstr>Types</vt:lpstr>
      <vt:lpstr>bit type</vt:lpstr>
      <vt:lpstr>bit_vector type</vt:lpstr>
      <vt:lpstr>Integer type</vt:lpstr>
      <vt:lpstr>IEEE types</vt:lpstr>
      <vt:lpstr>Resolved types</vt:lpstr>
      <vt:lpstr>User-defined types</vt:lpstr>
      <vt:lpstr>Slice</vt:lpstr>
      <vt:lpstr>Concatenate</vt:lpstr>
      <vt:lpstr>Logical Expressions</vt:lpstr>
      <vt:lpstr>Truth Tables (1)</vt:lpstr>
      <vt:lpstr>Truth Tables (2)</vt:lpstr>
      <vt:lpstr>Truth Tables (3)</vt:lpstr>
      <vt:lpstr>Truth Tables (3)</vt:lpstr>
      <vt:lpstr>Structural Description (1)</vt:lpstr>
      <vt:lpstr>Structural Description (2)</vt:lpstr>
      <vt:lpstr>Structural Description (3)</vt:lpstr>
      <vt:lpstr>Structural Description (4)</vt:lpstr>
      <vt:lpstr>Structural Description (5)</vt:lpstr>
      <vt:lpstr>Process (1) </vt:lpstr>
      <vt:lpstr>Process (2)  </vt:lpstr>
      <vt:lpstr>Testbench (1)</vt:lpstr>
      <vt:lpstr>Testbench (2) </vt:lpstr>
      <vt:lpstr>Testbench (3) 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Digital Abstraction</dc:title>
  <dc:subject/>
  <dc:creator/>
  <cp:keywords/>
  <dc:description/>
  <cp:lastModifiedBy>Riccardo Berta</cp:lastModifiedBy>
  <cp:revision>22</cp:revision>
  <dcterms:modified xsi:type="dcterms:W3CDTF">2025-11-04T15:58:42Z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0x010100B8FA822B18A0634FB7342CF29752587A</vt:lpwstr>
  </property>
</Properties>
</file>